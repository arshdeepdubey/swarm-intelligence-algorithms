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1" r:id="rId5"/>
    <p:sldMasterId id="214748372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7559675" cy="10691800"/>
  <p:embeddedFontLst>
    <p:embeddedFont>
      <p:font typeface="Cardo"/>
      <p:regular r:id="rId22"/>
      <p:bold r:id="rId23"/>
      <p:italic r:id="rId24"/>
    </p:embeddedFont>
    <p:embeddedFont>
      <p:font typeface="Bebas Neue"/>
      <p:regular r:id="rId25"/>
    </p:embeddedFont>
    <p:embeddedFont>
      <p:font typeface="Quicksand"/>
      <p:regular r:id="rId26"/>
      <p:bold r:id="rId27"/>
    </p:embeddedFont>
    <p:embeddedFont>
      <p:font typeface="Josefin Sans"/>
      <p:regular r:id="rId28"/>
      <p:bold r:id="rId29"/>
      <p:italic r:id="rId30"/>
      <p:boldItalic r:id="rId31"/>
    </p:embeddedFont>
    <p:embeddedFont>
      <p:font typeface="Gill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4F7BFF-25A9-45A8-A4F7-4CBD3C160A02}">
  <a:tblStyle styleId="{094F7BFF-25A9-45A8-A4F7-4CBD3C160A0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JosefinSans-boldItalic.fntdata"/><Relationship Id="rId30" Type="http://schemas.openxmlformats.org/officeDocument/2006/relationships/font" Target="fonts/JosefinSans-italic.fntdata"/><Relationship Id="rId33" Type="http://schemas.openxmlformats.org/officeDocument/2006/relationships/font" Target="fonts/GillSans-bold.fntdata"/><Relationship Id="rId32" Type="http://schemas.openxmlformats.org/officeDocument/2006/relationships/font" Target="fonts/GillSans-regular.fntdata"/><Relationship Id="rId20" Type="http://schemas.openxmlformats.org/officeDocument/2006/relationships/slide" Target="slides/slide13.xml"/><Relationship Id="rId22" Type="http://schemas.openxmlformats.org/officeDocument/2006/relationships/font" Target="fonts/Cardo-regular.fntdata"/><Relationship Id="rId21" Type="http://schemas.openxmlformats.org/officeDocument/2006/relationships/slide" Target="slides/slide14.xml"/><Relationship Id="rId24" Type="http://schemas.openxmlformats.org/officeDocument/2006/relationships/font" Target="fonts/Cardo-italic.fntdata"/><Relationship Id="rId23" Type="http://schemas.openxmlformats.org/officeDocument/2006/relationships/font" Target="fonts/Cardo-bold.fntdata"/><Relationship Id="rId26" Type="http://schemas.openxmlformats.org/officeDocument/2006/relationships/font" Target="fonts/Quicksand-regular.fntdata"/><Relationship Id="rId25" Type="http://schemas.openxmlformats.org/officeDocument/2006/relationships/font" Target="fonts/BebasNeue-regular.fntdata"/><Relationship Id="rId28" Type="http://schemas.openxmlformats.org/officeDocument/2006/relationships/font" Target="fonts/JosefinSans-regular.fntdata"/><Relationship Id="rId27" Type="http://schemas.openxmlformats.org/officeDocument/2006/relationships/font" Target="fonts/Quicksand-bold.fntdata"/><Relationship Id="rId29" Type="http://schemas.openxmlformats.org/officeDocument/2006/relationships/font" Target="fonts/JosefinSans-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6" name="Google Shape;616;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2" name="Google Shape;632;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p5: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6: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5" name="Google Shape;645;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7: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4" name="Google Shape;654;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8: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9: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8" name="Google Shape;678;p10: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5" name="Google Shape;685;p1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3" name="Google Shape;693;p12:notes"/>
          <p:cNvSpPr txBox="1"/>
          <p:nvPr>
            <p:ph idx="1" type="body"/>
          </p:nvPr>
        </p:nvSpPr>
        <p:spPr>
          <a:xfrm>
            <a:off x="755950" y="5078600"/>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9" name="Google Shape;699;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 Id="rId4" Type="http://schemas.openxmlformats.org/officeDocument/2006/relationships/image" Target="../media/image3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2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1.png"/><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 Id="rId4"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2.png"/><Relationship Id="rId4" Type="http://schemas.openxmlformats.org/officeDocument/2006/relationships/image" Target="../media/image2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4.png"/><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6.png"/><Relationship Id="rId4" Type="http://schemas.openxmlformats.org/officeDocument/2006/relationships/image" Target="../media/image37.png"/><Relationship Id="rId5" Type="http://schemas.openxmlformats.org/officeDocument/2006/relationships/image" Target="../media/image33.png"/><Relationship Id="rId6" Type="http://schemas.openxmlformats.org/officeDocument/2006/relationships/image" Target="../media/image3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1.png"/><Relationship Id="rId4"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1.png"/><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1.png"/><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hyperlink" Target="http://bit.ly/2Tynxth"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4.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2"/>
              </a:buClr>
              <a:buSzPts val="2500"/>
              <a:buFont typeface="Arial"/>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5" name="Google Shape;15;p2"/>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685800" y="1028700"/>
            <a:ext cx="7848600" cy="1445419"/>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5400"/>
              <a:buFont typeface="Arial"/>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685800" y="2628900"/>
            <a:ext cx="6400800" cy="131445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560"/>
              </a:spcBef>
              <a:spcAft>
                <a:spcPts val="0"/>
              </a:spcAft>
              <a:buSzPts val="2380"/>
              <a:buNone/>
              <a:defRPr>
                <a:solidFill>
                  <a:srgbClr val="3F3F3F"/>
                </a:solidFill>
              </a:defRPr>
            </a:lvl1pPr>
            <a:lvl2pPr lvl="1" algn="ctr">
              <a:lnSpc>
                <a:spcPct val="100000"/>
              </a:lnSpc>
              <a:spcBef>
                <a:spcPts val="480"/>
              </a:spcBef>
              <a:spcAft>
                <a:spcPts val="0"/>
              </a:spcAft>
              <a:buSzPts val="2040"/>
              <a:buNone/>
              <a:defRPr>
                <a:solidFill>
                  <a:srgbClr val="888888"/>
                </a:solidFill>
              </a:defRPr>
            </a:lvl2pPr>
            <a:lvl3pPr lvl="2" algn="ctr">
              <a:lnSpc>
                <a:spcPct val="100000"/>
              </a:lnSpc>
              <a:spcBef>
                <a:spcPts val="40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20"/>
              </a:spcBef>
              <a:spcAft>
                <a:spcPts val="0"/>
              </a:spcAft>
              <a:buSzPts val="1600"/>
              <a:buNone/>
              <a:defRPr>
                <a:solidFill>
                  <a:srgbClr val="888888"/>
                </a:solidFill>
              </a:defRPr>
            </a:lvl5pPr>
            <a:lvl6pPr lvl="5" algn="ctr">
              <a:lnSpc>
                <a:spcPct val="100000"/>
              </a:lnSpc>
              <a:spcBef>
                <a:spcPts val="260"/>
              </a:spcBef>
              <a:spcAft>
                <a:spcPts val="0"/>
              </a:spcAft>
              <a:buSzPts val="1300"/>
              <a:buNone/>
              <a:defRPr>
                <a:solidFill>
                  <a:srgbClr val="888888"/>
                </a:solidFill>
              </a:defRPr>
            </a:lvl6pPr>
            <a:lvl7pPr lvl="6" algn="ctr">
              <a:lnSpc>
                <a:spcPct val="100000"/>
              </a:lnSpc>
              <a:spcBef>
                <a:spcPts val="260"/>
              </a:spcBef>
              <a:spcAft>
                <a:spcPts val="0"/>
              </a:spcAft>
              <a:buSzPts val="1300"/>
              <a:buNone/>
              <a:defRPr>
                <a:solidFill>
                  <a:srgbClr val="888888"/>
                </a:solidFill>
              </a:defRPr>
            </a:lvl7pPr>
            <a:lvl8pPr lvl="7" algn="ctr">
              <a:lnSpc>
                <a:spcPct val="100000"/>
              </a:lnSpc>
              <a:spcBef>
                <a:spcPts val="260"/>
              </a:spcBef>
              <a:spcAft>
                <a:spcPts val="0"/>
              </a:spcAft>
              <a:buSzPts val="1300"/>
              <a:buNone/>
              <a:defRPr>
                <a:solidFill>
                  <a:srgbClr val="888888"/>
                </a:solidFill>
              </a:defRPr>
            </a:lvl8pPr>
            <a:lvl9pPr lvl="8" algn="ctr">
              <a:lnSpc>
                <a:spcPct val="100000"/>
              </a:lnSpc>
              <a:spcBef>
                <a:spcPts val="260"/>
              </a:spcBef>
              <a:spcAft>
                <a:spcPts val="0"/>
              </a:spcAft>
              <a:buSzPts val="1300"/>
              <a:buNone/>
              <a:defRPr>
                <a:solidFill>
                  <a:srgbClr val="888888"/>
                </a:solidFill>
              </a:defRPr>
            </a:lvl9pPr>
          </a:lstStyle>
          <a:p/>
        </p:txBody>
      </p:sp>
      <p:sp>
        <p:nvSpPr>
          <p:cNvPr id="23" name="Google Shape;23;p4"/>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6" name="Google Shape;26;p4"/>
          <p:cNvCxnSpPr/>
          <p:nvPr/>
        </p:nvCxnSpPr>
        <p:spPr>
          <a:xfrm>
            <a:off x="685800" y="2548890"/>
            <a:ext cx="7848600" cy="1191"/>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360"/>
              </a:spcBef>
              <a:spcAft>
                <a:spcPts val="0"/>
              </a:spcAft>
              <a:buSzPts val="1530"/>
              <a:buChar char="•"/>
              <a:defRPr/>
            </a:lvl1pPr>
            <a:lvl2pPr indent="-358140" lvl="1" marL="914400" algn="l">
              <a:lnSpc>
                <a:spcPct val="100000"/>
              </a:lnSpc>
              <a:spcBef>
                <a:spcPts val="480"/>
              </a:spcBef>
              <a:spcAft>
                <a:spcPts val="0"/>
              </a:spcAft>
              <a:buClr>
                <a:schemeClr val="accent1"/>
              </a:buClr>
              <a:buSzPts val="2040"/>
              <a:buChar char="•"/>
              <a:defRPr/>
            </a:lvl2pPr>
            <a:lvl3pPr indent="-331470"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Clr>
                <a:schemeClr val="accent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0" name="Google Shape;30;p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33" name="Shape 33"/>
        <p:cNvGrpSpPr/>
        <p:nvPr/>
      </p:nvGrpSpPr>
      <p:grpSpPr>
        <a:xfrm>
          <a:off x="0" y="0"/>
          <a:ext cx="0" cy="0"/>
          <a:chOff x="0" y="0"/>
          <a:chExt cx="0" cy="0"/>
        </a:xfrm>
      </p:grpSpPr>
      <p:sp>
        <p:nvSpPr>
          <p:cNvPr id="34" name="Google Shape;34;p6"/>
          <p:cNvSpPr txBox="1"/>
          <p:nvPr>
            <p:ph type="title"/>
          </p:nvPr>
        </p:nvSpPr>
        <p:spPr>
          <a:xfrm>
            <a:off x="722313" y="1771650"/>
            <a:ext cx="7772400" cy="165020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4800"/>
              <a:buFont typeface="Arial"/>
              <a:buNone/>
              <a:defRPr b="0"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722313" y="3470149"/>
            <a:ext cx="77724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SzPts val="2040"/>
              <a:buNone/>
              <a:defRPr sz="2400">
                <a:solidFill>
                  <a:schemeClr val="lt2"/>
                </a:solidFill>
              </a:defRPr>
            </a:lvl1pPr>
            <a:lvl2pPr indent="-228600" lvl="1" marL="914400" algn="l">
              <a:lnSpc>
                <a:spcPct val="100000"/>
              </a:lnSpc>
              <a:spcBef>
                <a:spcPts val="360"/>
              </a:spcBef>
              <a:spcAft>
                <a:spcPts val="0"/>
              </a:spcAft>
              <a:buSzPts val="1530"/>
              <a:buNone/>
              <a:defRPr sz="1800">
                <a:solidFill>
                  <a:schemeClr val="lt1"/>
                </a:solidFill>
              </a:defRPr>
            </a:lvl2pPr>
            <a:lvl3pPr indent="-228600" lvl="2" marL="1371600" algn="l">
              <a:lnSpc>
                <a:spcPct val="100000"/>
              </a:lnSpc>
              <a:spcBef>
                <a:spcPts val="320"/>
              </a:spcBef>
              <a:spcAft>
                <a:spcPts val="0"/>
              </a:spcAft>
              <a:buSzPts val="1440"/>
              <a:buNone/>
              <a:defRPr sz="1600">
                <a:solidFill>
                  <a:schemeClr val="lt1"/>
                </a:solidFill>
              </a:defRPr>
            </a:lvl3pPr>
            <a:lvl4pPr indent="-228600" lvl="3" marL="1828800" algn="l">
              <a:lnSpc>
                <a:spcPct val="100000"/>
              </a:lnSpc>
              <a:spcBef>
                <a:spcPts val="280"/>
              </a:spcBef>
              <a:spcAft>
                <a:spcPts val="0"/>
              </a:spcAft>
              <a:buSzPts val="1400"/>
              <a:buNone/>
              <a:defRPr sz="1400">
                <a:solidFill>
                  <a:schemeClr val="lt1"/>
                </a:solidFill>
              </a:defRPr>
            </a:lvl4pPr>
            <a:lvl5pPr indent="-228600" lvl="4" marL="2286000" algn="l">
              <a:lnSpc>
                <a:spcPct val="100000"/>
              </a:lnSpc>
              <a:spcBef>
                <a:spcPts val="280"/>
              </a:spcBef>
              <a:spcAft>
                <a:spcPts val="0"/>
              </a:spcAft>
              <a:buSzPts val="1400"/>
              <a:buNone/>
              <a:defRPr sz="1400">
                <a:solidFill>
                  <a:schemeClr val="lt1"/>
                </a:solidFill>
              </a:defRPr>
            </a:lvl5pPr>
            <a:lvl6pPr indent="-228600" lvl="5" marL="2743200" algn="l">
              <a:lnSpc>
                <a:spcPct val="100000"/>
              </a:lnSpc>
              <a:spcBef>
                <a:spcPts val="280"/>
              </a:spcBef>
              <a:spcAft>
                <a:spcPts val="0"/>
              </a:spcAft>
              <a:buSzPts val="1400"/>
              <a:buNone/>
              <a:defRPr sz="1400">
                <a:solidFill>
                  <a:schemeClr val="lt1"/>
                </a:solidFill>
              </a:defRPr>
            </a:lvl6pPr>
            <a:lvl7pPr indent="-228600" lvl="6" marL="3200400" algn="l">
              <a:lnSpc>
                <a:spcPct val="100000"/>
              </a:lnSpc>
              <a:spcBef>
                <a:spcPts val="280"/>
              </a:spcBef>
              <a:spcAft>
                <a:spcPts val="0"/>
              </a:spcAft>
              <a:buSzPts val="1400"/>
              <a:buNone/>
              <a:defRPr sz="1400">
                <a:solidFill>
                  <a:schemeClr val="lt1"/>
                </a:solidFill>
              </a:defRPr>
            </a:lvl7pPr>
            <a:lvl8pPr indent="-228600" lvl="7" marL="3657600" algn="l">
              <a:lnSpc>
                <a:spcPct val="100000"/>
              </a:lnSpc>
              <a:spcBef>
                <a:spcPts val="280"/>
              </a:spcBef>
              <a:spcAft>
                <a:spcPts val="0"/>
              </a:spcAft>
              <a:buSzPts val="1400"/>
              <a:buNone/>
              <a:defRPr sz="1400">
                <a:solidFill>
                  <a:schemeClr val="lt1"/>
                </a:solidFill>
              </a:defRPr>
            </a:lvl8pPr>
            <a:lvl9pPr indent="-228600" lvl="8" marL="4114800" algn="l">
              <a:lnSpc>
                <a:spcPct val="100000"/>
              </a:lnSpc>
              <a:spcBef>
                <a:spcPts val="280"/>
              </a:spcBef>
              <a:spcAft>
                <a:spcPts val="0"/>
              </a:spcAft>
              <a:buSzPts val="1400"/>
              <a:buNone/>
              <a:defRPr sz="1400">
                <a:solidFill>
                  <a:schemeClr val="lt1"/>
                </a:solidFill>
              </a:defRPr>
            </a:lvl9pPr>
          </a:lstStyle>
          <a:p/>
        </p:txBody>
      </p:sp>
      <p:sp>
        <p:nvSpPr>
          <p:cNvPr id="36" name="Google Shape;36;p6"/>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solidFill>
                <a:srgbClr val="88A44E"/>
              </a:solidFill>
            </a:endParaRPr>
          </a:p>
        </p:txBody>
      </p:sp>
      <p:cxnSp>
        <p:nvCxnSpPr>
          <p:cNvPr id="39" name="Google Shape;39;p6"/>
          <p:cNvCxnSpPr/>
          <p:nvPr/>
        </p:nvCxnSpPr>
        <p:spPr>
          <a:xfrm>
            <a:off x="731520" y="3449574"/>
            <a:ext cx="7848600" cy="1191"/>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7"/>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lnSpc>
                <a:spcPct val="100000"/>
              </a:lnSpc>
              <a:spcBef>
                <a:spcPts val="560"/>
              </a:spcBef>
              <a:spcAft>
                <a:spcPts val="0"/>
              </a:spcAft>
              <a:buSzPts val="2380"/>
              <a:buChar char="•"/>
              <a:defRPr sz="2800"/>
            </a:lvl1pPr>
            <a:lvl2pPr indent="-358140" lvl="1" marL="914400" algn="l">
              <a:lnSpc>
                <a:spcPct val="100000"/>
              </a:lnSpc>
              <a:spcBef>
                <a:spcPts val="480"/>
              </a:spcBef>
              <a:spcAft>
                <a:spcPts val="0"/>
              </a:spcAft>
              <a:buSzPts val="2040"/>
              <a:buChar char="•"/>
              <a:defRPr sz="2400"/>
            </a:lvl2pPr>
            <a:lvl3pPr indent="-342900" lvl="2" marL="1371600" algn="l">
              <a:lnSpc>
                <a:spcPct val="100000"/>
              </a:lnSpc>
              <a:spcBef>
                <a:spcPts val="400"/>
              </a:spcBef>
              <a:spcAft>
                <a:spcPts val="0"/>
              </a:spcAft>
              <a:buSzPts val="18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43" name="Google Shape;43;p7"/>
          <p:cNvSpPr txBox="1"/>
          <p:nvPr>
            <p:ph idx="2" type="body"/>
          </p:nvPr>
        </p:nvSpPr>
        <p:spPr>
          <a:xfrm>
            <a:off x="4648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lnSpc>
                <a:spcPct val="100000"/>
              </a:lnSpc>
              <a:spcBef>
                <a:spcPts val="560"/>
              </a:spcBef>
              <a:spcAft>
                <a:spcPts val="0"/>
              </a:spcAft>
              <a:buSzPts val="2380"/>
              <a:buChar char="•"/>
              <a:defRPr sz="2800"/>
            </a:lvl1pPr>
            <a:lvl2pPr indent="-358140" lvl="1" marL="914400" algn="l">
              <a:lnSpc>
                <a:spcPct val="100000"/>
              </a:lnSpc>
              <a:spcBef>
                <a:spcPts val="480"/>
              </a:spcBef>
              <a:spcAft>
                <a:spcPts val="0"/>
              </a:spcAft>
              <a:buSzPts val="2040"/>
              <a:buChar char="•"/>
              <a:defRPr sz="2400"/>
            </a:lvl2pPr>
            <a:lvl3pPr indent="-342900" lvl="2" marL="1371600" algn="l">
              <a:lnSpc>
                <a:spcPct val="100000"/>
              </a:lnSpc>
              <a:spcBef>
                <a:spcPts val="400"/>
              </a:spcBef>
              <a:spcAft>
                <a:spcPts val="0"/>
              </a:spcAft>
              <a:buSzPts val="18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44" name="Google Shape;44;p7"/>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8"/>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40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
          <p:cNvSpPr txBox="1"/>
          <p:nvPr>
            <p:ph idx="1" type="body"/>
          </p:nvPr>
        </p:nvSpPr>
        <p:spPr>
          <a:xfrm>
            <a:off x="45720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1700"/>
              <a:buNone/>
              <a:defRPr b="0" sz="2000">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62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0" name="Google Shape;50;p8"/>
          <p:cNvSpPr txBox="1"/>
          <p:nvPr>
            <p:ph idx="2" type="body"/>
          </p:nvPr>
        </p:nvSpPr>
        <p:spPr>
          <a:xfrm>
            <a:off x="45720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lnSpc>
                <a:spcPct val="100000"/>
              </a:lnSpc>
              <a:spcBef>
                <a:spcPts val="480"/>
              </a:spcBef>
              <a:spcAft>
                <a:spcPts val="0"/>
              </a:spcAft>
              <a:buSzPts val="2040"/>
              <a:buChar char="•"/>
              <a:defRPr sz="2400"/>
            </a:lvl1pPr>
            <a:lvl2pPr indent="-336550" lvl="1" marL="914400" algn="l">
              <a:lnSpc>
                <a:spcPct val="100000"/>
              </a:lnSpc>
              <a:spcBef>
                <a:spcPts val="400"/>
              </a:spcBef>
              <a:spcAft>
                <a:spcPts val="0"/>
              </a:spcAft>
              <a:buSzPts val="1700"/>
              <a:buChar char="•"/>
              <a:defRPr sz="2000"/>
            </a:lvl2pPr>
            <a:lvl3pPr indent="-331470" lvl="2" marL="1371600" algn="l">
              <a:lnSpc>
                <a:spcPct val="100000"/>
              </a:lnSpc>
              <a:spcBef>
                <a:spcPts val="360"/>
              </a:spcBef>
              <a:spcAft>
                <a:spcPts val="0"/>
              </a:spcAft>
              <a:buSzPts val="162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1" name="Google Shape;51;p8"/>
          <p:cNvSpPr txBox="1"/>
          <p:nvPr>
            <p:ph idx="3" type="body"/>
          </p:nvPr>
        </p:nvSpPr>
        <p:spPr>
          <a:xfrm>
            <a:off x="475488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62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52" name="Google Shape;52;p8"/>
          <p:cNvSpPr txBox="1"/>
          <p:nvPr>
            <p:ph idx="4" type="body"/>
          </p:nvPr>
        </p:nvSpPr>
        <p:spPr>
          <a:xfrm>
            <a:off x="475488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lnSpc>
                <a:spcPct val="100000"/>
              </a:lnSpc>
              <a:spcBef>
                <a:spcPts val="480"/>
              </a:spcBef>
              <a:spcAft>
                <a:spcPts val="0"/>
              </a:spcAft>
              <a:buSzPts val="2040"/>
              <a:buChar char="•"/>
              <a:defRPr sz="2400"/>
            </a:lvl1pPr>
            <a:lvl2pPr indent="-336550" lvl="1" marL="914400" algn="l">
              <a:lnSpc>
                <a:spcPct val="100000"/>
              </a:lnSpc>
              <a:spcBef>
                <a:spcPts val="400"/>
              </a:spcBef>
              <a:spcAft>
                <a:spcPts val="0"/>
              </a:spcAft>
              <a:buSzPts val="1700"/>
              <a:buChar char="•"/>
              <a:defRPr sz="2000"/>
            </a:lvl2pPr>
            <a:lvl3pPr indent="-331470" lvl="2" marL="1371600" algn="l">
              <a:lnSpc>
                <a:spcPct val="100000"/>
              </a:lnSpc>
              <a:spcBef>
                <a:spcPts val="360"/>
              </a:spcBef>
              <a:spcAft>
                <a:spcPts val="0"/>
              </a:spcAft>
              <a:buSzPts val="162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53" name="Google Shape;53;p8"/>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56" name="Google Shape;56;p8"/>
          <p:cNvCxnSpPr/>
          <p:nvPr/>
        </p:nvCxnSpPr>
        <p:spPr>
          <a:xfrm rot="5400000">
            <a:off x="2806462" y="3034268"/>
            <a:ext cx="353187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594060"/>
            <a:ext cx="2139696" cy="94640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400"/>
              <a:buFont typeface="Aria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a:off x="2971800" y="594060"/>
            <a:ext cx="5715000" cy="4183380"/>
          </a:xfrm>
          <a:prstGeom prst="rect">
            <a:avLst/>
          </a:prstGeom>
          <a:noFill/>
          <a:ln>
            <a:noFill/>
          </a:ln>
        </p:spPr>
        <p:txBody>
          <a:bodyPr anchorCtr="0" anchor="t" bIns="45700" lIns="91425" spcFirstLastPara="1" rIns="91425" wrap="square" tIns="45700">
            <a:normAutofit/>
          </a:bodyPr>
          <a:lstStyle>
            <a:lvl1pPr indent="-401320" lvl="0" marL="457200" algn="l">
              <a:lnSpc>
                <a:spcPct val="100000"/>
              </a:lnSpc>
              <a:spcBef>
                <a:spcPts val="640"/>
              </a:spcBef>
              <a:spcAft>
                <a:spcPts val="0"/>
              </a:spcAft>
              <a:buSzPts val="2720"/>
              <a:buChar char="•"/>
              <a:defRPr sz="3200"/>
            </a:lvl1pPr>
            <a:lvl2pPr indent="-379730" lvl="1" marL="914400" algn="l">
              <a:lnSpc>
                <a:spcPct val="100000"/>
              </a:lnSpc>
              <a:spcBef>
                <a:spcPts val="560"/>
              </a:spcBef>
              <a:spcAft>
                <a:spcPts val="0"/>
              </a:spcAft>
              <a:buSzPts val="2380"/>
              <a:buChar char="•"/>
              <a:defRPr sz="2800"/>
            </a:lvl2pPr>
            <a:lvl3pPr indent="-365760" lvl="2" marL="1371600" algn="l">
              <a:lnSpc>
                <a:spcPct val="100000"/>
              </a:lnSpc>
              <a:spcBef>
                <a:spcPts val="480"/>
              </a:spcBef>
              <a:spcAft>
                <a:spcPts val="0"/>
              </a:spcAft>
              <a:buSzPts val="216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65" name="Google Shape;65;p10"/>
          <p:cNvSpPr txBox="1"/>
          <p:nvPr>
            <p:ph idx="2" type="body"/>
          </p:nvPr>
        </p:nvSpPr>
        <p:spPr>
          <a:xfrm>
            <a:off x="457201" y="1597915"/>
            <a:ext cx="2139696" cy="31827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SzPts val="119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9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66" name="Google Shape;66;p10"/>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solidFill>
                <a:srgbClr val="88A44E"/>
              </a:solidFill>
            </a:endParaRPr>
          </a:p>
        </p:txBody>
      </p:sp>
      <p:cxnSp>
        <p:nvCxnSpPr>
          <p:cNvPr id="69" name="Google Shape;69;p10"/>
          <p:cNvCxnSpPr/>
          <p:nvPr/>
        </p:nvCxnSpPr>
        <p:spPr>
          <a:xfrm rot="5400000">
            <a:off x="684114" y="2684956"/>
            <a:ext cx="418338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1"/>
          <p:cNvSpPr txBox="1"/>
          <p:nvPr>
            <p:ph type="title"/>
          </p:nvPr>
        </p:nvSpPr>
        <p:spPr>
          <a:xfrm>
            <a:off x="457200" y="594360"/>
            <a:ext cx="2142680" cy="94869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2400"/>
              <a:buFont typeface="Aria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p:nvPr>
            <p:ph idx="2" type="pic"/>
          </p:nvPr>
        </p:nvSpPr>
        <p:spPr>
          <a:xfrm>
            <a:off x="2858610" y="628651"/>
            <a:ext cx="5904390" cy="4125342"/>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431"/>
              </a:srgbClr>
            </a:outerShdw>
          </a:effectLst>
        </p:spPr>
      </p:sp>
      <p:sp>
        <p:nvSpPr>
          <p:cNvPr id="73" name="Google Shape;73;p11"/>
          <p:cNvSpPr txBox="1"/>
          <p:nvPr>
            <p:ph idx="1" type="body"/>
          </p:nvPr>
        </p:nvSpPr>
        <p:spPr>
          <a:xfrm>
            <a:off x="457200" y="1600200"/>
            <a:ext cx="2139696" cy="31821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SzPts val="119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9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74" name="Google Shape;74;p1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2"/>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2743200" y="-1085850"/>
            <a:ext cx="3657600" cy="8229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360"/>
              </a:spcBef>
              <a:spcAft>
                <a:spcPts val="0"/>
              </a:spcAft>
              <a:buSzPts val="1530"/>
              <a:buChar char="•"/>
              <a:defRPr/>
            </a:lvl1pPr>
            <a:lvl2pPr indent="-325755" lvl="1" marL="914400" algn="l">
              <a:lnSpc>
                <a:spcPct val="100000"/>
              </a:lnSpc>
              <a:spcBef>
                <a:spcPts val="360"/>
              </a:spcBef>
              <a:spcAft>
                <a:spcPts val="0"/>
              </a:spcAft>
              <a:buSzPts val="1530"/>
              <a:buChar char="•"/>
              <a:defRPr/>
            </a:lvl2pPr>
            <a:lvl3pPr indent="-331470"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0" name="Google Shape;80;p12"/>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3"/>
          <p:cNvSpPr txBox="1"/>
          <p:nvPr>
            <p:ph type="title"/>
          </p:nvPr>
        </p:nvSpPr>
        <p:spPr>
          <a:xfrm rot="5400000">
            <a:off x="5457825" y="1628775"/>
            <a:ext cx="4400550"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idx="1" type="body"/>
          </p:nvPr>
        </p:nvSpPr>
        <p:spPr>
          <a:xfrm rot="5400000">
            <a:off x="1266825" y="-352425"/>
            <a:ext cx="4400550" cy="60198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360"/>
              </a:spcBef>
              <a:spcAft>
                <a:spcPts val="0"/>
              </a:spcAft>
              <a:buSzPts val="1530"/>
              <a:buChar char="•"/>
              <a:defRPr/>
            </a:lvl1pPr>
            <a:lvl2pPr indent="-325755" lvl="1" marL="914400" algn="l">
              <a:lnSpc>
                <a:spcPct val="100000"/>
              </a:lnSpc>
              <a:spcBef>
                <a:spcPts val="360"/>
              </a:spcBef>
              <a:spcAft>
                <a:spcPts val="0"/>
              </a:spcAft>
              <a:buSzPts val="1530"/>
              <a:buChar char="•"/>
              <a:defRPr/>
            </a:lvl2pPr>
            <a:lvl3pPr indent="-331470"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6" name="Google Shape;86;p1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94" name="Google Shape;94;p15"/>
          <p:cNvGrpSpPr/>
          <p:nvPr/>
        </p:nvGrpSpPr>
        <p:grpSpPr>
          <a:xfrm>
            <a:off x="0" y="-11"/>
            <a:ext cx="9144003" cy="5143512"/>
            <a:chOff x="0" y="-11"/>
            <a:chExt cx="9144003" cy="5143512"/>
          </a:xfrm>
        </p:grpSpPr>
        <p:pic>
          <p:nvPicPr>
            <p:cNvPr id="95" name="Google Shape;95;p15"/>
            <p:cNvPicPr preferRelativeResize="0"/>
            <p:nvPr/>
          </p:nvPicPr>
          <p:blipFill rotWithShape="1">
            <a:blip r:embed="rId3">
              <a:alphaModFix amt="40000"/>
            </a:blip>
            <a:srcRect b="0" l="0" r="0" t="0"/>
            <a:stretch/>
          </p:blipFill>
          <p:spPr>
            <a:xfrm>
              <a:off x="0" y="-11"/>
              <a:ext cx="9144003" cy="2397622"/>
            </a:xfrm>
            <a:prstGeom prst="rect">
              <a:avLst/>
            </a:prstGeom>
            <a:noFill/>
            <a:ln>
              <a:noFill/>
            </a:ln>
          </p:spPr>
        </p:pic>
        <p:pic>
          <p:nvPicPr>
            <p:cNvPr id="96" name="Google Shape;96;p15"/>
            <p:cNvPicPr preferRelativeResize="0"/>
            <p:nvPr/>
          </p:nvPicPr>
          <p:blipFill rotWithShape="1">
            <a:blip r:embed="rId4">
              <a:alphaModFix amt="48000"/>
            </a:blip>
            <a:srcRect b="0" l="0" r="0" t="0"/>
            <a:stretch/>
          </p:blipFill>
          <p:spPr>
            <a:xfrm>
              <a:off x="8" y="0"/>
              <a:ext cx="7717135" cy="5143501"/>
            </a:xfrm>
            <a:prstGeom prst="rect">
              <a:avLst/>
            </a:prstGeom>
            <a:noFill/>
            <a:ln>
              <a:noFill/>
            </a:ln>
          </p:spPr>
        </p:pic>
      </p:grpSp>
      <p:sp>
        <p:nvSpPr>
          <p:cNvPr id="97" name="Google Shape;97;p15"/>
          <p:cNvSpPr txBox="1"/>
          <p:nvPr>
            <p:ph type="ctrTitle"/>
          </p:nvPr>
        </p:nvSpPr>
        <p:spPr>
          <a:xfrm>
            <a:off x="1669825" y="1238850"/>
            <a:ext cx="5804400" cy="18819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4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8" name="Google Shape;98;p15"/>
          <p:cNvSpPr txBox="1"/>
          <p:nvPr>
            <p:ph idx="1" type="subTitle"/>
          </p:nvPr>
        </p:nvSpPr>
        <p:spPr>
          <a:xfrm>
            <a:off x="2392500" y="3504354"/>
            <a:ext cx="4359000" cy="409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800">
                <a:solidFill>
                  <a:schemeClr val="dk1"/>
                </a:solidFill>
                <a:latin typeface="Quicksand"/>
                <a:ea typeface="Quicksand"/>
                <a:cs typeface="Quicksand"/>
                <a:sym typeface="Quicksan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pic>
        <p:nvPicPr>
          <p:cNvPr id="100" name="Google Shape;100;p16"/>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101" name="Google Shape;101;p16"/>
          <p:cNvPicPr preferRelativeResize="0"/>
          <p:nvPr/>
        </p:nvPicPr>
        <p:blipFill rotWithShape="1">
          <a:blip r:embed="rId3">
            <a:alphaModFix amt="30000"/>
          </a:blip>
          <a:srcRect b="0" l="0" r="0" t="0"/>
          <a:stretch/>
        </p:blipFill>
        <p:spPr>
          <a:xfrm>
            <a:off x="0" y="-431300"/>
            <a:ext cx="9144003" cy="6098975"/>
          </a:xfrm>
          <a:prstGeom prst="rect">
            <a:avLst/>
          </a:prstGeom>
          <a:noFill/>
          <a:ln>
            <a:noFill/>
          </a:ln>
        </p:spPr>
      </p:pic>
      <p:sp>
        <p:nvSpPr>
          <p:cNvPr id="102" name="Google Shape;102;p16"/>
          <p:cNvSpPr txBox="1"/>
          <p:nvPr>
            <p:ph type="title"/>
          </p:nvPr>
        </p:nvSpPr>
        <p:spPr>
          <a:xfrm>
            <a:off x="3187850" y="2102909"/>
            <a:ext cx="2768400" cy="1117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16"/>
          <p:cNvSpPr txBox="1"/>
          <p:nvPr>
            <p:ph idx="2" type="title"/>
          </p:nvPr>
        </p:nvSpPr>
        <p:spPr>
          <a:xfrm>
            <a:off x="3187800" y="929450"/>
            <a:ext cx="2768400" cy="107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10300">
                <a:solidFill>
                  <a:schemeClr val="accen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04" name="Google Shape;104;p16"/>
          <p:cNvSpPr txBox="1"/>
          <p:nvPr>
            <p:ph idx="1" type="subTitle"/>
          </p:nvPr>
        </p:nvSpPr>
        <p:spPr>
          <a:xfrm>
            <a:off x="3187850" y="3475316"/>
            <a:ext cx="27684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pic>
        <p:nvPicPr>
          <p:cNvPr id="106" name="Google Shape;106;p17"/>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107" name="Google Shape;107;p17"/>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8" name="Google Shape;108;p17"/>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pic>
        <p:nvPicPr>
          <p:cNvPr id="109" name="Google Shape;109;p17"/>
          <p:cNvPicPr preferRelativeResize="0"/>
          <p:nvPr/>
        </p:nvPicPr>
        <p:blipFill rotWithShape="1">
          <a:blip r:embed="rId3">
            <a:alphaModFix amt="30000"/>
          </a:blip>
          <a:srcRect b="0" l="0" r="0" t="0"/>
          <a:stretch/>
        </p:blipFill>
        <p:spPr>
          <a:xfrm rot="-6080572">
            <a:off x="7357825" y="-650032"/>
            <a:ext cx="1859881" cy="202608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pic>
        <p:nvPicPr>
          <p:cNvPr id="111" name="Google Shape;111;p18"/>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112" name="Google Shape;112;p18"/>
          <p:cNvGrpSpPr/>
          <p:nvPr/>
        </p:nvGrpSpPr>
        <p:grpSpPr>
          <a:xfrm>
            <a:off x="-2736152" y="-2532652"/>
            <a:ext cx="9665437" cy="12031046"/>
            <a:chOff x="-2736152" y="-2532652"/>
            <a:chExt cx="9665437" cy="12031046"/>
          </a:xfrm>
        </p:grpSpPr>
        <p:pic>
          <p:nvPicPr>
            <p:cNvPr id="113" name="Google Shape;113;p18"/>
            <p:cNvPicPr preferRelativeResize="0"/>
            <p:nvPr/>
          </p:nvPicPr>
          <p:blipFill rotWithShape="1">
            <a:blip r:embed="rId3">
              <a:alphaModFix/>
            </a:blip>
            <a:srcRect b="0" l="0" r="0" t="0"/>
            <a:stretch/>
          </p:blipFill>
          <p:spPr>
            <a:xfrm rot="6384532">
              <a:off x="-1809626" y="-2542696"/>
              <a:ext cx="3232319" cy="4349425"/>
            </a:xfrm>
            <a:prstGeom prst="rect">
              <a:avLst/>
            </a:prstGeom>
            <a:noFill/>
            <a:ln>
              <a:noFill/>
            </a:ln>
          </p:spPr>
        </p:pic>
        <p:pic>
          <p:nvPicPr>
            <p:cNvPr id="114" name="Google Shape;114;p18"/>
            <p:cNvPicPr preferRelativeResize="0"/>
            <p:nvPr/>
          </p:nvPicPr>
          <p:blipFill rotWithShape="1">
            <a:blip r:embed="rId4">
              <a:alphaModFix amt="18000"/>
            </a:blip>
            <a:srcRect b="0" l="0" r="0" t="0"/>
            <a:stretch/>
          </p:blipFill>
          <p:spPr>
            <a:xfrm rot="10799995">
              <a:off x="2645630" y="2857270"/>
              <a:ext cx="4283650" cy="6641121"/>
            </a:xfrm>
            <a:prstGeom prst="rect">
              <a:avLst/>
            </a:prstGeom>
            <a:noFill/>
            <a:ln>
              <a:noFill/>
            </a:ln>
          </p:spPr>
        </p:pic>
      </p:grpSp>
      <p:sp>
        <p:nvSpPr>
          <p:cNvPr id="115" name="Google Shape;115;p18"/>
          <p:cNvSpPr txBox="1"/>
          <p:nvPr>
            <p:ph idx="1" type="subTitle"/>
          </p:nvPr>
        </p:nvSpPr>
        <p:spPr>
          <a:xfrm>
            <a:off x="1290763" y="2337704"/>
            <a:ext cx="2907600" cy="71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16" name="Google Shape;116;p18"/>
          <p:cNvSpPr txBox="1"/>
          <p:nvPr>
            <p:ph idx="2" type="subTitle"/>
          </p:nvPr>
        </p:nvSpPr>
        <p:spPr>
          <a:xfrm>
            <a:off x="4945638" y="2337688"/>
            <a:ext cx="2907600" cy="71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17" name="Google Shape;117;p18"/>
          <p:cNvSpPr txBox="1"/>
          <p:nvPr>
            <p:ph idx="3" type="subTitle"/>
          </p:nvPr>
        </p:nvSpPr>
        <p:spPr>
          <a:xfrm>
            <a:off x="1290775" y="3246600"/>
            <a:ext cx="2907600" cy="122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 name="Google Shape;118;p18"/>
          <p:cNvSpPr txBox="1"/>
          <p:nvPr>
            <p:ph idx="4" type="subTitle"/>
          </p:nvPr>
        </p:nvSpPr>
        <p:spPr>
          <a:xfrm>
            <a:off x="4945650" y="3246600"/>
            <a:ext cx="2907600" cy="122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 name="Google Shape;119;p18"/>
          <p:cNvSpPr txBox="1"/>
          <p:nvPr>
            <p:ph type="title"/>
          </p:nvPr>
        </p:nvSpPr>
        <p:spPr>
          <a:xfrm>
            <a:off x="71510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122" name="Google Shape;122;p19"/>
          <p:cNvSpPr txBox="1"/>
          <p:nvPr>
            <p:ph type="title"/>
          </p:nvPr>
        </p:nvSpPr>
        <p:spPr>
          <a:xfrm>
            <a:off x="715100" y="535000"/>
            <a:ext cx="77112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23" name="Google Shape;123;p19"/>
          <p:cNvGrpSpPr/>
          <p:nvPr/>
        </p:nvGrpSpPr>
        <p:grpSpPr>
          <a:xfrm>
            <a:off x="50600" y="-1177774"/>
            <a:ext cx="9637307" cy="2466453"/>
            <a:chOff x="50600" y="-1177774"/>
            <a:chExt cx="9637307" cy="2466453"/>
          </a:xfrm>
        </p:grpSpPr>
        <p:pic>
          <p:nvPicPr>
            <p:cNvPr id="124" name="Google Shape;124;p19"/>
            <p:cNvPicPr preferRelativeResize="0"/>
            <p:nvPr/>
          </p:nvPicPr>
          <p:blipFill rotWithShape="1">
            <a:blip r:embed="rId3">
              <a:alphaModFix amt="29000"/>
            </a:blip>
            <a:srcRect b="0" l="0" r="0" t="0"/>
            <a:stretch/>
          </p:blipFill>
          <p:spPr>
            <a:xfrm>
              <a:off x="50600" y="-1177774"/>
              <a:ext cx="2253752" cy="2225150"/>
            </a:xfrm>
            <a:prstGeom prst="rect">
              <a:avLst/>
            </a:prstGeom>
            <a:noFill/>
            <a:ln>
              <a:noFill/>
            </a:ln>
          </p:spPr>
        </p:pic>
        <p:pic>
          <p:nvPicPr>
            <p:cNvPr id="125" name="Google Shape;125;p19"/>
            <p:cNvPicPr preferRelativeResize="0"/>
            <p:nvPr/>
          </p:nvPicPr>
          <p:blipFill rotWithShape="1">
            <a:blip r:embed="rId4">
              <a:alphaModFix amt="26000"/>
            </a:blip>
            <a:srcRect b="0" l="0" r="0" t="0"/>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26" name="Shape 126"/>
        <p:cNvGrpSpPr/>
        <p:nvPr/>
      </p:nvGrpSpPr>
      <p:grpSpPr>
        <a:xfrm>
          <a:off x="0" y="0"/>
          <a:ext cx="0" cy="0"/>
          <a:chOff x="0" y="0"/>
          <a:chExt cx="0" cy="0"/>
        </a:xfrm>
      </p:grpSpPr>
      <p:pic>
        <p:nvPicPr>
          <p:cNvPr id="127" name="Google Shape;127;p20"/>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128" name="Google Shape;128;p20"/>
          <p:cNvPicPr preferRelativeResize="0"/>
          <p:nvPr/>
        </p:nvPicPr>
        <p:blipFill rotWithShape="1">
          <a:blip r:embed="rId3">
            <a:alphaModFix amt="40000"/>
          </a:blip>
          <a:srcRect b="0" l="0" r="0" t="0"/>
          <a:stretch/>
        </p:blipFill>
        <p:spPr>
          <a:xfrm flipH="1" rot="10800000">
            <a:off x="0" y="2745889"/>
            <a:ext cx="9144003" cy="2397622"/>
          </a:xfrm>
          <a:prstGeom prst="rect">
            <a:avLst/>
          </a:prstGeom>
          <a:noFill/>
          <a:ln>
            <a:noFill/>
          </a:ln>
        </p:spPr>
      </p:pic>
      <p:sp>
        <p:nvSpPr>
          <p:cNvPr id="129" name="Google Shape;129;p20"/>
          <p:cNvSpPr txBox="1"/>
          <p:nvPr>
            <p:ph type="title"/>
          </p:nvPr>
        </p:nvSpPr>
        <p:spPr>
          <a:xfrm>
            <a:off x="715100" y="535000"/>
            <a:ext cx="7713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0" name="Google Shape;130;p20"/>
          <p:cNvSpPr txBox="1"/>
          <p:nvPr>
            <p:ph idx="1" type="body"/>
          </p:nvPr>
        </p:nvSpPr>
        <p:spPr>
          <a:xfrm>
            <a:off x="720000" y="1554150"/>
            <a:ext cx="4401600" cy="30543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rgbClr val="191919"/>
              </a:buClr>
              <a:buSzPts val="1200"/>
              <a:buFont typeface="Anaheim"/>
              <a:buChar char="●"/>
              <a:defRPr sz="1400">
                <a:solidFill>
                  <a:srgbClr val="434343"/>
                </a:solidFill>
              </a:defRPr>
            </a:lvl1pPr>
            <a:lvl2pPr indent="-317500" lvl="1" marL="914400" algn="l">
              <a:lnSpc>
                <a:spcPct val="115000"/>
              </a:lnSpc>
              <a:spcBef>
                <a:spcPts val="0"/>
              </a:spcBef>
              <a:spcAft>
                <a:spcPts val="0"/>
              </a:spcAft>
              <a:buClr>
                <a:srgbClr val="191919"/>
              </a:buClr>
              <a:buSzPts val="1400"/>
              <a:buFont typeface="Anaheim"/>
              <a:buChar char="○"/>
              <a:defRPr>
                <a:solidFill>
                  <a:srgbClr val="434343"/>
                </a:solidFill>
              </a:defRPr>
            </a:lvl2pPr>
            <a:lvl3pPr indent="-317500" lvl="2" marL="1371600" algn="l">
              <a:lnSpc>
                <a:spcPct val="115000"/>
              </a:lnSpc>
              <a:spcBef>
                <a:spcPts val="0"/>
              </a:spcBef>
              <a:spcAft>
                <a:spcPts val="0"/>
              </a:spcAft>
              <a:buClr>
                <a:srgbClr val="191919"/>
              </a:buClr>
              <a:buSzPts val="1400"/>
              <a:buFont typeface="Anaheim"/>
              <a:buChar char="■"/>
              <a:defRPr>
                <a:solidFill>
                  <a:srgbClr val="434343"/>
                </a:solidFill>
              </a:defRPr>
            </a:lvl3pPr>
            <a:lvl4pPr indent="-317500" lvl="3" marL="1828800" algn="l">
              <a:lnSpc>
                <a:spcPct val="115000"/>
              </a:lnSpc>
              <a:spcBef>
                <a:spcPts val="0"/>
              </a:spcBef>
              <a:spcAft>
                <a:spcPts val="0"/>
              </a:spcAft>
              <a:buClr>
                <a:srgbClr val="191919"/>
              </a:buClr>
              <a:buSzPts val="1400"/>
              <a:buFont typeface="Anaheim"/>
              <a:buChar char="●"/>
              <a:defRPr>
                <a:solidFill>
                  <a:srgbClr val="434343"/>
                </a:solidFill>
              </a:defRPr>
            </a:lvl4pPr>
            <a:lvl5pPr indent="-317500" lvl="4" marL="2286000" algn="l">
              <a:lnSpc>
                <a:spcPct val="115000"/>
              </a:lnSpc>
              <a:spcBef>
                <a:spcPts val="0"/>
              </a:spcBef>
              <a:spcAft>
                <a:spcPts val="0"/>
              </a:spcAft>
              <a:buClr>
                <a:srgbClr val="191919"/>
              </a:buClr>
              <a:buSzPts val="1400"/>
              <a:buFont typeface="Anaheim"/>
              <a:buChar char="○"/>
              <a:defRPr>
                <a:solidFill>
                  <a:srgbClr val="434343"/>
                </a:solidFill>
              </a:defRPr>
            </a:lvl5pPr>
            <a:lvl6pPr indent="-317500" lvl="5" marL="2743200" algn="l">
              <a:lnSpc>
                <a:spcPct val="115000"/>
              </a:lnSpc>
              <a:spcBef>
                <a:spcPts val="0"/>
              </a:spcBef>
              <a:spcAft>
                <a:spcPts val="0"/>
              </a:spcAft>
              <a:buClr>
                <a:srgbClr val="191919"/>
              </a:buClr>
              <a:buSzPts val="1400"/>
              <a:buFont typeface="Anaheim"/>
              <a:buChar char="■"/>
              <a:defRPr>
                <a:solidFill>
                  <a:srgbClr val="434343"/>
                </a:solidFill>
              </a:defRPr>
            </a:lvl6pPr>
            <a:lvl7pPr indent="-317500" lvl="6" marL="3200400" algn="l">
              <a:lnSpc>
                <a:spcPct val="115000"/>
              </a:lnSpc>
              <a:spcBef>
                <a:spcPts val="0"/>
              </a:spcBef>
              <a:spcAft>
                <a:spcPts val="0"/>
              </a:spcAft>
              <a:buClr>
                <a:srgbClr val="191919"/>
              </a:buClr>
              <a:buSzPts val="1400"/>
              <a:buFont typeface="Anaheim"/>
              <a:buChar char="●"/>
              <a:defRPr>
                <a:solidFill>
                  <a:srgbClr val="434343"/>
                </a:solidFill>
              </a:defRPr>
            </a:lvl7pPr>
            <a:lvl8pPr indent="-317500" lvl="7" marL="3657600" algn="l">
              <a:lnSpc>
                <a:spcPct val="115000"/>
              </a:lnSpc>
              <a:spcBef>
                <a:spcPts val="0"/>
              </a:spcBef>
              <a:spcAft>
                <a:spcPts val="0"/>
              </a:spcAft>
              <a:buClr>
                <a:srgbClr val="191919"/>
              </a:buClr>
              <a:buSzPts val="1400"/>
              <a:buFont typeface="Anaheim"/>
              <a:buChar char="○"/>
              <a:defRPr>
                <a:solidFill>
                  <a:srgbClr val="434343"/>
                </a:solidFill>
              </a:defRPr>
            </a:lvl8pPr>
            <a:lvl9pPr indent="-317500" lvl="8" marL="4114800" algn="l">
              <a:lnSpc>
                <a:spcPct val="115000"/>
              </a:lnSpc>
              <a:spcBef>
                <a:spcPts val="0"/>
              </a:spcBef>
              <a:spcAft>
                <a:spcPts val="0"/>
              </a:spcAft>
              <a:buClr>
                <a:srgbClr val="191919"/>
              </a:buClr>
              <a:buSzPts val="1400"/>
              <a:buFont typeface="Anaheim"/>
              <a:buChar char="■"/>
              <a:defRPr>
                <a:solidFill>
                  <a:srgbClr val="434343"/>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31" name="Shape 131"/>
        <p:cNvGrpSpPr/>
        <p:nvPr/>
      </p:nvGrpSpPr>
      <p:grpSpPr>
        <a:xfrm>
          <a:off x="0" y="0"/>
          <a:ext cx="0" cy="0"/>
          <a:chOff x="0" y="0"/>
          <a:chExt cx="0" cy="0"/>
        </a:xfrm>
      </p:grpSpPr>
      <p:pic>
        <p:nvPicPr>
          <p:cNvPr id="132" name="Google Shape;132;p21"/>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133" name="Google Shape;133;p21"/>
          <p:cNvGrpSpPr/>
          <p:nvPr/>
        </p:nvGrpSpPr>
        <p:grpSpPr>
          <a:xfrm>
            <a:off x="-1326270" y="222183"/>
            <a:ext cx="11453640" cy="6483616"/>
            <a:chOff x="-1326270" y="222183"/>
            <a:chExt cx="11453640" cy="6483616"/>
          </a:xfrm>
        </p:grpSpPr>
        <p:pic>
          <p:nvPicPr>
            <p:cNvPr id="134" name="Google Shape;134;p21"/>
            <p:cNvPicPr preferRelativeResize="0"/>
            <p:nvPr/>
          </p:nvPicPr>
          <p:blipFill rotWithShape="1">
            <a:blip r:embed="rId3">
              <a:alphaModFix amt="50000"/>
            </a:blip>
            <a:srcRect b="0" l="0" r="0" t="0"/>
            <a:stretch/>
          </p:blipFill>
          <p:spPr>
            <a:xfrm>
              <a:off x="7222371" y="2986325"/>
              <a:ext cx="2904999" cy="3164600"/>
            </a:xfrm>
            <a:prstGeom prst="rect">
              <a:avLst/>
            </a:prstGeom>
            <a:noFill/>
            <a:ln>
              <a:noFill/>
            </a:ln>
          </p:spPr>
        </p:pic>
        <p:pic>
          <p:nvPicPr>
            <p:cNvPr id="135" name="Google Shape;135;p21"/>
            <p:cNvPicPr preferRelativeResize="0"/>
            <p:nvPr/>
          </p:nvPicPr>
          <p:blipFill rotWithShape="1">
            <a:blip r:embed="rId4">
              <a:alphaModFix amt="48000"/>
            </a:blip>
            <a:srcRect b="0" l="0" r="0" t="0"/>
            <a:stretch/>
          </p:blipFill>
          <p:spPr>
            <a:xfrm>
              <a:off x="410300" y="382600"/>
              <a:ext cx="1278024" cy="1299625"/>
            </a:xfrm>
            <a:prstGeom prst="rect">
              <a:avLst/>
            </a:prstGeom>
            <a:noFill/>
            <a:ln>
              <a:noFill/>
            </a:ln>
          </p:spPr>
        </p:pic>
        <p:pic>
          <p:nvPicPr>
            <p:cNvPr id="136" name="Google Shape;136;p21"/>
            <p:cNvPicPr preferRelativeResize="0"/>
            <p:nvPr/>
          </p:nvPicPr>
          <p:blipFill rotWithShape="1">
            <a:blip r:embed="rId5">
              <a:alphaModFix/>
            </a:blip>
            <a:srcRect b="0" l="0" r="0" t="0"/>
            <a:stretch/>
          </p:blipFill>
          <p:spPr>
            <a:xfrm rot="-626902">
              <a:off x="-1012802" y="2777516"/>
              <a:ext cx="2756456" cy="3709093"/>
            </a:xfrm>
            <a:prstGeom prst="rect">
              <a:avLst/>
            </a:prstGeom>
            <a:noFill/>
            <a:ln>
              <a:noFill/>
            </a:ln>
          </p:spPr>
        </p:pic>
        <p:pic>
          <p:nvPicPr>
            <p:cNvPr id="137" name="Google Shape;137;p21"/>
            <p:cNvPicPr preferRelativeResize="0"/>
            <p:nvPr/>
          </p:nvPicPr>
          <p:blipFill rotWithShape="1">
            <a:blip r:embed="rId6">
              <a:alphaModFix amt="60000"/>
            </a:blip>
            <a:srcRect b="0" l="0" r="0" t="0"/>
            <a:stretch/>
          </p:blipFill>
          <p:spPr>
            <a:xfrm flipH="1">
              <a:off x="252562" y="222183"/>
              <a:ext cx="315473" cy="320824"/>
            </a:xfrm>
            <a:prstGeom prst="rect">
              <a:avLst/>
            </a:prstGeom>
            <a:noFill/>
            <a:ln>
              <a:noFill/>
            </a:ln>
          </p:spPr>
        </p:pic>
      </p:grpSp>
      <p:sp>
        <p:nvSpPr>
          <p:cNvPr id="138" name="Google Shape;138;p21"/>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8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141" name="Google Shape;141;p22"/>
          <p:cNvPicPr preferRelativeResize="0"/>
          <p:nvPr/>
        </p:nvPicPr>
        <p:blipFill rotWithShape="1">
          <a:blip r:embed="rId3">
            <a:alphaModFix amt="30000"/>
          </a:blip>
          <a:srcRect b="0" l="0" r="0" t="0"/>
          <a:stretch/>
        </p:blipFill>
        <p:spPr>
          <a:xfrm>
            <a:off x="0" y="-947289"/>
            <a:ext cx="9144003" cy="6098978"/>
          </a:xfrm>
          <a:prstGeom prst="rect">
            <a:avLst/>
          </a:prstGeom>
          <a:noFill/>
          <a:ln>
            <a:noFill/>
          </a:ln>
        </p:spPr>
      </p:pic>
      <p:sp>
        <p:nvSpPr>
          <p:cNvPr id="142" name="Google Shape;142;p22"/>
          <p:cNvSpPr txBox="1"/>
          <p:nvPr>
            <p:ph type="title"/>
          </p:nvPr>
        </p:nvSpPr>
        <p:spPr>
          <a:xfrm flipH="1">
            <a:off x="5176550" y="1294100"/>
            <a:ext cx="3252300" cy="1218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3" name="Google Shape;143;p22"/>
          <p:cNvSpPr txBox="1"/>
          <p:nvPr>
            <p:ph idx="1" type="subTitle"/>
          </p:nvPr>
        </p:nvSpPr>
        <p:spPr>
          <a:xfrm flipH="1">
            <a:off x="5176550" y="2664600"/>
            <a:ext cx="3252300" cy="118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44" name="Shape 144"/>
        <p:cNvGrpSpPr/>
        <p:nvPr/>
      </p:nvGrpSpPr>
      <p:grpSpPr>
        <a:xfrm>
          <a:off x="0" y="0"/>
          <a:ext cx="0" cy="0"/>
          <a:chOff x="0" y="0"/>
          <a:chExt cx="0" cy="0"/>
        </a:xfrm>
      </p:grpSpPr>
      <p:sp>
        <p:nvSpPr>
          <p:cNvPr id="145" name="Google Shape;145;p23"/>
          <p:cNvSpPr/>
          <p:nvPr/>
        </p:nvSpPr>
        <p:spPr>
          <a:xfrm>
            <a:off x="0" y="0"/>
            <a:ext cx="9144000" cy="5143500"/>
          </a:xfrm>
          <a:prstGeom prst="rect">
            <a:avLst/>
          </a:prstGeom>
          <a:solidFill>
            <a:schemeClr val="accent1">
              <a:alpha val="3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 name="Google Shape;146;p23"/>
          <p:cNvSpPr txBox="1"/>
          <p:nvPr>
            <p:ph type="title"/>
          </p:nvPr>
        </p:nvSpPr>
        <p:spPr>
          <a:xfrm>
            <a:off x="720000" y="3883400"/>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7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149" name="Google Shape;149;p24"/>
          <p:cNvPicPr preferRelativeResize="0"/>
          <p:nvPr/>
        </p:nvPicPr>
        <p:blipFill rotWithShape="1">
          <a:blip r:embed="rId3">
            <a:alphaModFix amt="48000"/>
          </a:blip>
          <a:srcRect b="0" l="0" r="0" t="0"/>
          <a:stretch/>
        </p:blipFill>
        <p:spPr>
          <a:xfrm rot="4861616">
            <a:off x="2643919" y="-1295605"/>
            <a:ext cx="3574490" cy="7570357"/>
          </a:xfrm>
          <a:prstGeom prst="rect">
            <a:avLst/>
          </a:prstGeom>
          <a:noFill/>
          <a:ln>
            <a:noFill/>
          </a:ln>
        </p:spPr>
      </p:pic>
      <p:sp>
        <p:nvSpPr>
          <p:cNvPr id="150" name="Google Shape;150;p24"/>
          <p:cNvSpPr txBox="1"/>
          <p:nvPr>
            <p:ph type="title"/>
          </p:nvPr>
        </p:nvSpPr>
        <p:spPr>
          <a:xfrm>
            <a:off x="1284000" y="1468850"/>
            <a:ext cx="6576000" cy="151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151" name="Google Shape;151;p24"/>
          <p:cNvSpPr txBox="1"/>
          <p:nvPr>
            <p:ph idx="1" type="subTitle"/>
          </p:nvPr>
        </p:nvSpPr>
        <p:spPr>
          <a:xfrm>
            <a:off x="1284000" y="3553300"/>
            <a:ext cx="65760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solidFill>
                  <a:schemeClr val="dk1"/>
                </a:solidFill>
                <a:latin typeface="Quicksand"/>
                <a:ea typeface="Quicksand"/>
                <a:cs typeface="Quicksand"/>
                <a:sym typeface="Quicksand"/>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52" name="Shape 152"/>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155" name="Google Shape;155;p26"/>
          <p:cNvGrpSpPr/>
          <p:nvPr/>
        </p:nvGrpSpPr>
        <p:grpSpPr>
          <a:xfrm>
            <a:off x="-891002" y="-1228775"/>
            <a:ext cx="10578909" cy="2929874"/>
            <a:chOff x="-891002" y="-1228775"/>
            <a:chExt cx="10578909" cy="2929874"/>
          </a:xfrm>
        </p:grpSpPr>
        <p:pic>
          <p:nvPicPr>
            <p:cNvPr id="156" name="Google Shape;156;p26"/>
            <p:cNvPicPr preferRelativeResize="0"/>
            <p:nvPr/>
          </p:nvPicPr>
          <p:blipFill rotWithShape="1">
            <a:blip r:embed="rId3">
              <a:alphaModFix amt="37000"/>
            </a:blip>
            <a:srcRect b="0" l="0" r="0" t="0"/>
            <a:stretch/>
          </p:blipFill>
          <p:spPr>
            <a:xfrm>
              <a:off x="-891002" y="-1228775"/>
              <a:ext cx="2881223" cy="2929874"/>
            </a:xfrm>
            <a:prstGeom prst="rect">
              <a:avLst/>
            </a:prstGeom>
            <a:noFill/>
            <a:ln>
              <a:noFill/>
            </a:ln>
          </p:spPr>
        </p:pic>
        <p:pic>
          <p:nvPicPr>
            <p:cNvPr id="157" name="Google Shape;157;p26"/>
            <p:cNvPicPr preferRelativeResize="0"/>
            <p:nvPr/>
          </p:nvPicPr>
          <p:blipFill rotWithShape="1">
            <a:blip r:embed="rId4">
              <a:alphaModFix amt="31000"/>
            </a:blip>
            <a:srcRect b="0" l="0" r="0" t="0"/>
            <a:stretch/>
          </p:blipFill>
          <p:spPr>
            <a:xfrm rot="4408896">
              <a:off x="7465724" y="-1122075"/>
              <a:ext cx="1486300" cy="2644623"/>
            </a:xfrm>
            <a:prstGeom prst="rect">
              <a:avLst/>
            </a:prstGeom>
            <a:noFill/>
            <a:ln>
              <a:noFill/>
            </a:ln>
          </p:spPr>
        </p:pic>
      </p:grpSp>
      <p:sp>
        <p:nvSpPr>
          <p:cNvPr id="158" name="Google Shape;158;p26"/>
          <p:cNvSpPr txBox="1"/>
          <p:nvPr>
            <p:ph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59" name="Google Shape;159;p26"/>
          <p:cNvSpPr txBox="1"/>
          <p:nvPr>
            <p:ph idx="2" type="title"/>
          </p:nvPr>
        </p:nvSpPr>
        <p:spPr>
          <a:xfrm>
            <a:off x="720000" y="167241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60" name="Google Shape;160;p26"/>
          <p:cNvSpPr txBox="1"/>
          <p:nvPr>
            <p:ph idx="3" type="title"/>
          </p:nvPr>
        </p:nvSpPr>
        <p:spPr>
          <a:xfrm>
            <a:off x="1250550" y="1086015"/>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1" name="Google Shape;161;p26"/>
          <p:cNvSpPr txBox="1"/>
          <p:nvPr>
            <p:ph idx="1" type="subTitle"/>
          </p:nvPr>
        </p:nvSpPr>
        <p:spPr>
          <a:xfrm>
            <a:off x="720000" y="2355645"/>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26"/>
          <p:cNvSpPr txBox="1"/>
          <p:nvPr>
            <p:ph idx="4" type="title"/>
          </p:nvPr>
        </p:nvSpPr>
        <p:spPr>
          <a:xfrm>
            <a:off x="3403800" y="167241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63" name="Google Shape;163;p26"/>
          <p:cNvSpPr txBox="1"/>
          <p:nvPr>
            <p:ph idx="5" type="title"/>
          </p:nvPr>
        </p:nvSpPr>
        <p:spPr>
          <a:xfrm>
            <a:off x="3934350" y="1086015"/>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4" name="Google Shape;164;p26"/>
          <p:cNvSpPr txBox="1"/>
          <p:nvPr>
            <p:ph idx="6" type="subTitle"/>
          </p:nvPr>
        </p:nvSpPr>
        <p:spPr>
          <a:xfrm>
            <a:off x="3403800" y="2355645"/>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26"/>
          <p:cNvSpPr txBox="1"/>
          <p:nvPr>
            <p:ph idx="7" type="title"/>
          </p:nvPr>
        </p:nvSpPr>
        <p:spPr>
          <a:xfrm>
            <a:off x="6087600" y="167241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66" name="Google Shape;166;p26"/>
          <p:cNvSpPr txBox="1"/>
          <p:nvPr>
            <p:ph idx="8" type="title"/>
          </p:nvPr>
        </p:nvSpPr>
        <p:spPr>
          <a:xfrm>
            <a:off x="6618150" y="1086015"/>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7" name="Google Shape;167;p26"/>
          <p:cNvSpPr txBox="1"/>
          <p:nvPr>
            <p:ph idx="9" type="subTitle"/>
          </p:nvPr>
        </p:nvSpPr>
        <p:spPr>
          <a:xfrm>
            <a:off x="6087600" y="2355645"/>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26"/>
          <p:cNvSpPr txBox="1"/>
          <p:nvPr>
            <p:ph idx="13" type="title"/>
          </p:nvPr>
        </p:nvSpPr>
        <p:spPr>
          <a:xfrm>
            <a:off x="720000" y="3432026"/>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69" name="Google Shape;169;p26"/>
          <p:cNvSpPr txBox="1"/>
          <p:nvPr>
            <p:ph idx="14" type="title"/>
          </p:nvPr>
        </p:nvSpPr>
        <p:spPr>
          <a:xfrm>
            <a:off x="1250550" y="2850421"/>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0" name="Google Shape;170;p26"/>
          <p:cNvSpPr txBox="1"/>
          <p:nvPr>
            <p:ph idx="15" type="subTitle"/>
          </p:nvPr>
        </p:nvSpPr>
        <p:spPr>
          <a:xfrm>
            <a:off x="720000" y="411546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26"/>
          <p:cNvSpPr txBox="1"/>
          <p:nvPr>
            <p:ph idx="16" type="title"/>
          </p:nvPr>
        </p:nvSpPr>
        <p:spPr>
          <a:xfrm>
            <a:off x="3403800" y="3432026"/>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2" name="Google Shape;172;p26"/>
          <p:cNvSpPr txBox="1"/>
          <p:nvPr>
            <p:ph idx="17" type="title"/>
          </p:nvPr>
        </p:nvSpPr>
        <p:spPr>
          <a:xfrm>
            <a:off x="3934350" y="2850421"/>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3" name="Google Shape;173;p26"/>
          <p:cNvSpPr txBox="1"/>
          <p:nvPr>
            <p:ph idx="18" type="subTitle"/>
          </p:nvPr>
        </p:nvSpPr>
        <p:spPr>
          <a:xfrm>
            <a:off x="3403800" y="411546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26"/>
          <p:cNvSpPr txBox="1"/>
          <p:nvPr>
            <p:ph idx="19" type="title"/>
          </p:nvPr>
        </p:nvSpPr>
        <p:spPr>
          <a:xfrm>
            <a:off x="6087600" y="3432026"/>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5" name="Google Shape;175;p26"/>
          <p:cNvSpPr txBox="1"/>
          <p:nvPr>
            <p:ph idx="20" type="title"/>
          </p:nvPr>
        </p:nvSpPr>
        <p:spPr>
          <a:xfrm>
            <a:off x="6618150" y="2850421"/>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6" name="Google Shape;176;p26"/>
          <p:cNvSpPr txBox="1"/>
          <p:nvPr>
            <p:ph idx="21" type="subTitle"/>
          </p:nvPr>
        </p:nvSpPr>
        <p:spPr>
          <a:xfrm>
            <a:off x="6087600" y="411546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Table of contents 1">
    <p:spTree>
      <p:nvGrpSpPr>
        <p:cNvPr id="177" name="Shape 177"/>
        <p:cNvGrpSpPr/>
        <p:nvPr/>
      </p:nvGrpSpPr>
      <p:grpSpPr>
        <a:xfrm>
          <a:off x="0" y="0"/>
          <a:ext cx="0" cy="0"/>
          <a:chOff x="0" y="0"/>
          <a:chExt cx="0" cy="0"/>
        </a:xfrm>
      </p:grpSpPr>
      <p:pic>
        <p:nvPicPr>
          <p:cNvPr id="178" name="Google Shape;178;p27"/>
          <p:cNvPicPr preferRelativeResize="0"/>
          <p:nvPr/>
        </p:nvPicPr>
        <p:blipFill rotWithShape="1">
          <a:blip r:embed="rId2">
            <a:alphaModFix amt="57000"/>
          </a:blip>
          <a:srcRect b="0" l="0" r="0" t="0"/>
          <a:stretch/>
        </p:blipFill>
        <p:spPr>
          <a:xfrm flipH="1" rot="10800000">
            <a:off x="0" y="0"/>
            <a:ext cx="9144000" cy="5143500"/>
          </a:xfrm>
          <a:prstGeom prst="rect">
            <a:avLst/>
          </a:prstGeom>
          <a:noFill/>
          <a:ln>
            <a:noFill/>
          </a:ln>
        </p:spPr>
      </p:pic>
      <p:grpSp>
        <p:nvGrpSpPr>
          <p:cNvPr id="179" name="Google Shape;179;p27"/>
          <p:cNvGrpSpPr/>
          <p:nvPr/>
        </p:nvGrpSpPr>
        <p:grpSpPr>
          <a:xfrm flipH="1" rot="10800000">
            <a:off x="-1002602" y="2626046"/>
            <a:ext cx="10690509" cy="3876129"/>
            <a:chOff x="-1002602" y="-2587450"/>
            <a:chExt cx="10690509" cy="3876129"/>
          </a:xfrm>
        </p:grpSpPr>
        <p:pic>
          <p:nvPicPr>
            <p:cNvPr id="180" name="Google Shape;180;p27"/>
            <p:cNvPicPr preferRelativeResize="0"/>
            <p:nvPr/>
          </p:nvPicPr>
          <p:blipFill rotWithShape="1">
            <a:blip r:embed="rId3">
              <a:alphaModFix amt="37000"/>
            </a:blip>
            <a:srcRect b="0" l="0" r="0" t="0"/>
            <a:stretch/>
          </p:blipFill>
          <p:spPr>
            <a:xfrm>
              <a:off x="-1002602" y="-2587450"/>
              <a:ext cx="2881223" cy="2929874"/>
            </a:xfrm>
            <a:prstGeom prst="rect">
              <a:avLst/>
            </a:prstGeom>
            <a:noFill/>
            <a:ln>
              <a:noFill/>
            </a:ln>
          </p:spPr>
        </p:pic>
        <p:pic>
          <p:nvPicPr>
            <p:cNvPr id="181" name="Google Shape;181;p27"/>
            <p:cNvPicPr preferRelativeResize="0"/>
            <p:nvPr/>
          </p:nvPicPr>
          <p:blipFill rotWithShape="1">
            <a:blip r:embed="rId4">
              <a:alphaModFix amt="31000"/>
            </a:blip>
            <a:srcRect b="15069" l="-115660" r="115660" t="-15070"/>
            <a:stretch/>
          </p:blipFill>
          <p:spPr>
            <a:xfrm rot="4408896">
              <a:off x="7465724" y="-1122075"/>
              <a:ext cx="1486300" cy="2644623"/>
            </a:xfrm>
            <a:prstGeom prst="rect">
              <a:avLst/>
            </a:prstGeom>
            <a:noFill/>
            <a:ln>
              <a:noFill/>
            </a:ln>
          </p:spPr>
        </p:pic>
      </p:grpSp>
      <p:sp>
        <p:nvSpPr>
          <p:cNvPr id="182" name="Google Shape;182;p27"/>
          <p:cNvSpPr txBox="1"/>
          <p:nvPr>
            <p:ph type="title"/>
          </p:nvPr>
        </p:nvSpPr>
        <p:spPr>
          <a:xfrm>
            <a:off x="720000" y="2117188"/>
            <a:ext cx="2336400" cy="942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3" name="Google Shape;183;p27"/>
          <p:cNvSpPr txBox="1"/>
          <p:nvPr>
            <p:ph idx="2" type="title"/>
          </p:nvPr>
        </p:nvSpPr>
        <p:spPr>
          <a:xfrm>
            <a:off x="3980038" y="1027588"/>
            <a:ext cx="2169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84" name="Google Shape;184;p27"/>
          <p:cNvSpPr txBox="1"/>
          <p:nvPr>
            <p:ph idx="3" type="title"/>
          </p:nvPr>
        </p:nvSpPr>
        <p:spPr>
          <a:xfrm>
            <a:off x="3093426" y="1027588"/>
            <a:ext cx="8199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5" name="Google Shape;185;p27"/>
          <p:cNvSpPr txBox="1"/>
          <p:nvPr>
            <p:ph idx="1" type="subTitle"/>
          </p:nvPr>
        </p:nvSpPr>
        <p:spPr>
          <a:xfrm>
            <a:off x="6216076" y="1027588"/>
            <a:ext cx="21852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27"/>
          <p:cNvSpPr txBox="1"/>
          <p:nvPr>
            <p:ph idx="4" type="title"/>
          </p:nvPr>
        </p:nvSpPr>
        <p:spPr>
          <a:xfrm>
            <a:off x="3980038" y="2354195"/>
            <a:ext cx="2169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87" name="Google Shape;187;p27"/>
          <p:cNvSpPr txBox="1"/>
          <p:nvPr>
            <p:ph idx="5" type="title"/>
          </p:nvPr>
        </p:nvSpPr>
        <p:spPr>
          <a:xfrm>
            <a:off x="3093434" y="2354188"/>
            <a:ext cx="8199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 name="Google Shape;188;p27"/>
          <p:cNvSpPr txBox="1"/>
          <p:nvPr>
            <p:ph idx="6" type="subTitle"/>
          </p:nvPr>
        </p:nvSpPr>
        <p:spPr>
          <a:xfrm>
            <a:off x="6216076" y="2354195"/>
            <a:ext cx="21852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27"/>
          <p:cNvSpPr txBox="1"/>
          <p:nvPr>
            <p:ph idx="7" type="title"/>
          </p:nvPr>
        </p:nvSpPr>
        <p:spPr>
          <a:xfrm>
            <a:off x="3980038" y="3555390"/>
            <a:ext cx="2169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0" name="Google Shape;190;p27"/>
          <p:cNvSpPr txBox="1"/>
          <p:nvPr>
            <p:ph idx="8" type="title"/>
          </p:nvPr>
        </p:nvSpPr>
        <p:spPr>
          <a:xfrm>
            <a:off x="3091425" y="3555388"/>
            <a:ext cx="8199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91" name="Google Shape;191;p27"/>
          <p:cNvSpPr txBox="1"/>
          <p:nvPr>
            <p:ph idx="9" type="subTitle"/>
          </p:nvPr>
        </p:nvSpPr>
        <p:spPr>
          <a:xfrm>
            <a:off x="6216076" y="3555390"/>
            <a:ext cx="21852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2">
  <p:cSld name="Table of contents 2">
    <p:spTree>
      <p:nvGrpSpPr>
        <p:cNvPr id="192" name="Shape 192"/>
        <p:cNvGrpSpPr/>
        <p:nvPr/>
      </p:nvGrpSpPr>
      <p:grpSpPr>
        <a:xfrm>
          <a:off x="0" y="0"/>
          <a:ext cx="0" cy="0"/>
          <a:chOff x="0" y="0"/>
          <a:chExt cx="0" cy="0"/>
        </a:xfrm>
      </p:grpSpPr>
      <p:pic>
        <p:nvPicPr>
          <p:cNvPr id="193" name="Google Shape;193;p28"/>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194" name="Google Shape;194;p28"/>
          <p:cNvGrpSpPr/>
          <p:nvPr/>
        </p:nvGrpSpPr>
        <p:grpSpPr>
          <a:xfrm flipH="1">
            <a:off x="-1390803" y="299725"/>
            <a:ext cx="11262197" cy="4113879"/>
            <a:chOff x="-1074490" y="299725"/>
            <a:chExt cx="11262197" cy="4113879"/>
          </a:xfrm>
        </p:grpSpPr>
        <p:pic>
          <p:nvPicPr>
            <p:cNvPr id="195" name="Google Shape;195;p28"/>
            <p:cNvPicPr preferRelativeResize="0"/>
            <p:nvPr/>
          </p:nvPicPr>
          <p:blipFill rotWithShape="1">
            <a:blip r:embed="rId3">
              <a:alphaModFix amt="37000"/>
            </a:blip>
            <a:srcRect b="0" l="0" r="0" t="0"/>
            <a:stretch/>
          </p:blipFill>
          <p:spPr>
            <a:xfrm>
              <a:off x="-1074490" y="299725"/>
              <a:ext cx="2881223" cy="2929874"/>
            </a:xfrm>
            <a:prstGeom prst="rect">
              <a:avLst/>
            </a:prstGeom>
            <a:noFill/>
            <a:ln>
              <a:noFill/>
            </a:ln>
          </p:spPr>
        </p:pic>
        <p:pic>
          <p:nvPicPr>
            <p:cNvPr id="196" name="Google Shape;196;p28"/>
            <p:cNvPicPr preferRelativeResize="0"/>
            <p:nvPr/>
          </p:nvPicPr>
          <p:blipFill rotWithShape="1">
            <a:blip r:embed="rId4">
              <a:alphaModFix amt="31000"/>
            </a:blip>
            <a:srcRect b="0" l="0" r="0" t="0"/>
            <a:stretch/>
          </p:blipFill>
          <p:spPr>
            <a:xfrm rot="4408896">
              <a:off x="7965524" y="2002850"/>
              <a:ext cx="1486300" cy="2644623"/>
            </a:xfrm>
            <a:prstGeom prst="rect">
              <a:avLst/>
            </a:prstGeom>
            <a:noFill/>
            <a:ln>
              <a:noFill/>
            </a:ln>
          </p:spPr>
        </p:pic>
      </p:grpSp>
      <p:sp>
        <p:nvSpPr>
          <p:cNvPr id="197" name="Google Shape;197;p28"/>
          <p:cNvSpPr txBox="1"/>
          <p:nvPr>
            <p:ph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8" name="Google Shape;198;p28"/>
          <p:cNvSpPr txBox="1"/>
          <p:nvPr>
            <p:ph idx="2" type="title"/>
          </p:nvPr>
        </p:nvSpPr>
        <p:spPr>
          <a:xfrm>
            <a:off x="1888350" y="167241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9" name="Google Shape;199;p28"/>
          <p:cNvSpPr txBox="1"/>
          <p:nvPr>
            <p:ph idx="3" type="title"/>
          </p:nvPr>
        </p:nvSpPr>
        <p:spPr>
          <a:xfrm>
            <a:off x="2418900" y="1086015"/>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0" name="Google Shape;200;p28"/>
          <p:cNvSpPr txBox="1"/>
          <p:nvPr>
            <p:ph idx="1" type="subTitle"/>
          </p:nvPr>
        </p:nvSpPr>
        <p:spPr>
          <a:xfrm>
            <a:off x="1888350" y="2355645"/>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28"/>
          <p:cNvSpPr txBox="1"/>
          <p:nvPr>
            <p:ph idx="4" type="title"/>
          </p:nvPr>
        </p:nvSpPr>
        <p:spPr>
          <a:xfrm>
            <a:off x="4572150" y="167241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02" name="Google Shape;202;p28"/>
          <p:cNvSpPr txBox="1"/>
          <p:nvPr>
            <p:ph idx="5" type="title"/>
          </p:nvPr>
        </p:nvSpPr>
        <p:spPr>
          <a:xfrm>
            <a:off x="5102700" y="1086015"/>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3" name="Google Shape;203;p28"/>
          <p:cNvSpPr txBox="1"/>
          <p:nvPr>
            <p:ph idx="6" type="subTitle"/>
          </p:nvPr>
        </p:nvSpPr>
        <p:spPr>
          <a:xfrm>
            <a:off x="4572150" y="2355645"/>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28"/>
          <p:cNvSpPr txBox="1"/>
          <p:nvPr>
            <p:ph idx="7" type="title"/>
          </p:nvPr>
        </p:nvSpPr>
        <p:spPr>
          <a:xfrm>
            <a:off x="1888350" y="3432026"/>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05" name="Google Shape;205;p28"/>
          <p:cNvSpPr txBox="1"/>
          <p:nvPr>
            <p:ph idx="8" type="title"/>
          </p:nvPr>
        </p:nvSpPr>
        <p:spPr>
          <a:xfrm>
            <a:off x="2418900" y="2850421"/>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6" name="Google Shape;206;p28"/>
          <p:cNvSpPr txBox="1"/>
          <p:nvPr>
            <p:ph idx="9" type="subTitle"/>
          </p:nvPr>
        </p:nvSpPr>
        <p:spPr>
          <a:xfrm>
            <a:off x="1888350" y="411546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28"/>
          <p:cNvSpPr txBox="1"/>
          <p:nvPr>
            <p:ph idx="13" type="title"/>
          </p:nvPr>
        </p:nvSpPr>
        <p:spPr>
          <a:xfrm>
            <a:off x="4572150" y="3432026"/>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08" name="Google Shape;208;p28"/>
          <p:cNvSpPr txBox="1"/>
          <p:nvPr>
            <p:ph idx="14" type="title"/>
          </p:nvPr>
        </p:nvSpPr>
        <p:spPr>
          <a:xfrm>
            <a:off x="5102700" y="2850421"/>
            <a:ext cx="12753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9" name="Google Shape;209;p28"/>
          <p:cNvSpPr txBox="1"/>
          <p:nvPr>
            <p:ph idx="15" type="subTitle"/>
          </p:nvPr>
        </p:nvSpPr>
        <p:spPr>
          <a:xfrm>
            <a:off x="4572150" y="411546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 and text 4">
    <p:spTree>
      <p:nvGrpSpPr>
        <p:cNvPr id="210" name="Shape 210"/>
        <p:cNvGrpSpPr/>
        <p:nvPr/>
      </p:nvGrpSpPr>
      <p:grpSpPr>
        <a:xfrm>
          <a:off x="0" y="0"/>
          <a:ext cx="0" cy="0"/>
          <a:chOff x="0" y="0"/>
          <a:chExt cx="0" cy="0"/>
        </a:xfrm>
      </p:grpSpPr>
      <p:pic>
        <p:nvPicPr>
          <p:cNvPr id="211" name="Google Shape;211;p29"/>
          <p:cNvPicPr preferRelativeResize="0"/>
          <p:nvPr/>
        </p:nvPicPr>
        <p:blipFill rotWithShape="1">
          <a:blip r:embed="rId2">
            <a:alphaModFix amt="57000"/>
          </a:blip>
          <a:srcRect b="0" l="0" r="0" t="0"/>
          <a:stretch/>
        </p:blipFill>
        <p:spPr>
          <a:xfrm rot="10800000">
            <a:off x="2" y="-939100"/>
            <a:ext cx="9144000" cy="5143500"/>
          </a:xfrm>
          <a:prstGeom prst="rect">
            <a:avLst/>
          </a:prstGeom>
          <a:noFill/>
          <a:ln>
            <a:noFill/>
          </a:ln>
        </p:spPr>
      </p:pic>
      <p:pic>
        <p:nvPicPr>
          <p:cNvPr id="212" name="Google Shape;212;p29"/>
          <p:cNvPicPr preferRelativeResize="0"/>
          <p:nvPr/>
        </p:nvPicPr>
        <p:blipFill rotWithShape="1">
          <a:blip r:embed="rId3">
            <a:alphaModFix amt="30000"/>
          </a:blip>
          <a:srcRect b="0" l="0" r="0" t="0"/>
          <a:stretch/>
        </p:blipFill>
        <p:spPr>
          <a:xfrm rot="10800000">
            <a:off x="0" y="-947289"/>
            <a:ext cx="9144003" cy="6098978"/>
          </a:xfrm>
          <a:prstGeom prst="rect">
            <a:avLst/>
          </a:prstGeom>
          <a:noFill/>
          <a:ln>
            <a:noFill/>
          </a:ln>
        </p:spPr>
      </p:pic>
      <p:sp>
        <p:nvSpPr>
          <p:cNvPr id="213" name="Google Shape;213;p29"/>
          <p:cNvSpPr txBox="1"/>
          <p:nvPr>
            <p:ph type="title"/>
          </p:nvPr>
        </p:nvSpPr>
        <p:spPr>
          <a:xfrm flipH="1">
            <a:off x="2132450" y="1482875"/>
            <a:ext cx="4978500" cy="682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4" name="Google Shape;214;p29"/>
          <p:cNvSpPr txBox="1"/>
          <p:nvPr>
            <p:ph idx="1" type="subTitle"/>
          </p:nvPr>
        </p:nvSpPr>
        <p:spPr>
          <a:xfrm flipH="1">
            <a:off x="2132450" y="2389840"/>
            <a:ext cx="4978500" cy="12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215" name="Shape 215"/>
        <p:cNvGrpSpPr/>
        <p:nvPr/>
      </p:nvGrpSpPr>
      <p:grpSpPr>
        <a:xfrm>
          <a:off x="0" y="0"/>
          <a:ext cx="0" cy="0"/>
          <a:chOff x="0" y="0"/>
          <a:chExt cx="0" cy="0"/>
        </a:xfrm>
      </p:grpSpPr>
      <p:pic>
        <p:nvPicPr>
          <p:cNvPr id="216" name="Google Shape;216;p30"/>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17" name="Google Shape;217;p30"/>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grpSp>
        <p:nvGrpSpPr>
          <p:cNvPr id="218" name="Google Shape;218;p30"/>
          <p:cNvGrpSpPr/>
          <p:nvPr/>
        </p:nvGrpSpPr>
        <p:grpSpPr>
          <a:xfrm>
            <a:off x="1" y="-805349"/>
            <a:ext cx="9763801" cy="7934649"/>
            <a:chOff x="-1" y="-805349"/>
            <a:chExt cx="9763802" cy="7934649"/>
          </a:xfrm>
        </p:grpSpPr>
        <p:pic>
          <p:nvPicPr>
            <p:cNvPr id="219" name="Google Shape;219;p30"/>
            <p:cNvPicPr preferRelativeResize="0"/>
            <p:nvPr/>
          </p:nvPicPr>
          <p:blipFill rotWithShape="1">
            <a:blip r:embed="rId3">
              <a:alphaModFix amt="21000"/>
            </a:blip>
            <a:srcRect b="0" l="0" r="0" t="0"/>
            <a:stretch/>
          </p:blipFill>
          <p:spPr>
            <a:xfrm rot="-5400000">
              <a:off x="-2349749" y="2349750"/>
              <a:ext cx="7129298" cy="2429801"/>
            </a:xfrm>
            <a:prstGeom prst="rect">
              <a:avLst/>
            </a:prstGeom>
            <a:noFill/>
            <a:ln>
              <a:noFill/>
            </a:ln>
          </p:spPr>
        </p:pic>
        <p:pic>
          <p:nvPicPr>
            <p:cNvPr id="220" name="Google Shape;220;p30"/>
            <p:cNvPicPr preferRelativeResize="0"/>
            <p:nvPr/>
          </p:nvPicPr>
          <p:blipFill rotWithShape="1">
            <a:blip r:embed="rId4">
              <a:alphaModFix amt="40000"/>
            </a:blip>
            <a:srcRect b="0" l="0" r="0" t="0"/>
            <a:stretch/>
          </p:blipFill>
          <p:spPr>
            <a:xfrm>
              <a:off x="7439551" y="-805349"/>
              <a:ext cx="2324250" cy="2294753"/>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 2">
    <p:spTree>
      <p:nvGrpSpPr>
        <p:cNvPr id="221" name="Shape 221"/>
        <p:cNvGrpSpPr/>
        <p:nvPr/>
      </p:nvGrpSpPr>
      <p:grpSpPr>
        <a:xfrm>
          <a:off x="0" y="0"/>
          <a:ext cx="0" cy="0"/>
          <a:chOff x="0" y="0"/>
          <a:chExt cx="0" cy="0"/>
        </a:xfrm>
      </p:grpSpPr>
      <p:pic>
        <p:nvPicPr>
          <p:cNvPr id="222" name="Google Shape;222;p31"/>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23" name="Google Shape;223;p31"/>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pic>
        <p:nvPicPr>
          <p:cNvPr id="224" name="Google Shape;224;p31"/>
          <p:cNvPicPr preferRelativeResize="0"/>
          <p:nvPr/>
        </p:nvPicPr>
        <p:blipFill rotWithShape="1">
          <a:blip r:embed="rId3">
            <a:alphaModFix amt="60000"/>
          </a:blip>
          <a:srcRect b="0" l="0" r="0" t="0"/>
          <a:stretch/>
        </p:blipFill>
        <p:spPr>
          <a:xfrm>
            <a:off x="-1029327" y="3181250"/>
            <a:ext cx="2881223" cy="2929874"/>
          </a:xfrm>
          <a:prstGeom prst="rect">
            <a:avLst/>
          </a:prstGeom>
          <a:noFill/>
          <a:ln>
            <a:noFill/>
          </a:ln>
        </p:spPr>
      </p:pic>
      <p:pic>
        <p:nvPicPr>
          <p:cNvPr id="225" name="Google Shape;225;p31"/>
          <p:cNvPicPr preferRelativeResize="0"/>
          <p:nvPr/>
        </p:nvPicPr>
        <p:blipFill rotWithShape="1">
          <a:blip r:embed="rId4">
            <a:alphaModFix/>
          </a:blip>
          <a:srcRect b="0" l="0" r="0" t="0"/>
          <a:stretch/>
        </p:blipFill>
        <p:spPr>
          <a:xfrm rot="9116214">
            <a:off x="7511526" y="565727"/>
            <a:ext cx="2981601" cy="4012048"/>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 3">
    <p:spTree>
      <p:nvGrpSpPr>
        <p:cNvPr id="226" name="Shape 226"/>
        <p:cNvGrpSpPr/>
        <p:nvPr/>
      </p:nvGrpSpPr>
      <p:grpSpPr>
        <a:xfrm>
          <a:off x="0" y="0"/>
          <a:ext cx="0" cy="0"/>
          <a:chOff x="0" y="0"/>
          <a:chExt cx="0" cy="0"/>
        </a:xfrm>
      </p:grpSpPr>
      <p:pic>
        <p:nvPicPr>
          <p:cNvPr id="227" name="Google Shape;227;p32"/>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228" name="Google Shape;228;p32"/>
          <p:cNvGrpSpPr/>
          <p:nvPr/>
        </p:nvGrpSpPr>
        <p:grpSpPr>
          <a:xfrm>
            <a:off x="-576577" y="-1474725"/>
            <a:ext cx="10363825" cy="2929874"/>
            <a:chOff x="-576577" y="-1227375"/>
            <a:chExt cx="10363825" cy="2929874"/>
          </a:xfrm>
        </p:grpSpPr>
        <p:pic>
          <p:nvPicPr>
            <p:cNvPr id="229" name="Google Shape;229;p32"/>
            <p:cNvPicPr preferRelativeResize="0"/>
            <p:nvPr/>
          </p:nvPicPr>
          <p:blipFill rotWithShape="1">
            <a:blip r:embed="rId3">
              <a:alphaModFix amt="52000"/>
            </a:blip>
            <a:srcRect b="0" l="0" r="0" t="0"/>
            <a:stretch/>
          </p:blipFill>
          <p:spPr>
            <a:xfrm flipH="1">
              <a:off x="7474223" y="-1184322"/>
              <a:ext cx="2313025" cy="2519726"/>
            </a:xfrm>
            <a:prstGeom prst="rect">
              <a:avLst/>
            </a:prstGeom>
            <a:noFill/>
            <a:ln>
              <a:noFill/>
            </a:ln>
          </p:spPr>
        </p:pic>
        <p:pic>
          <p:nvPicPr>
            <p:cNvPr id="230" name="Google Shape;230;p32"/>
            <p:cNvPicPr preferRelativeResize="0"/>
            <p:nvPr/>
          </p:nvPicPr>
          <p:blipFill rotWithShape="1">
            <a:blip r:embed="rId4">
              <a:alphaModFix amt="57000"/>
            </a:blip>
            <a:srcRect b="0" l="0" r="0" t="0"/>
            <a:stretch/>
          </p:blipFill>
          <p:spPr>
            <a:xfrm>
              <a:off x="-576577" y="-1227375"/>
              <a:ext cx="2881223" cy="2929874"/>
            </a:xfrm>
            <a:prstGeom prst="rect">
              <a:avLst/>
            </a:prstGeom>
            <a:noFill/>
            <a:ln>
              <a:noFill/>
            </a:ln>
          </p:spPr>
        </p:pic>
      </p:grpSp>
      <p:sp>
        <p:nvSpPr>
          <p:cNvPr id="231" name="Google Shape;231;p32"/>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 only 4">
    <p:spTree>
      <p:nvGrpSpPr>
        <p:cNvPr id="232" name="Shape 232"/>
        <p:cNvGrpSpPr/>
        <p:nvPr/>
      </p:nvGrpSpPr>
      <p:grpSpPr>
        <a:xfrm>
          <a:off x="0" y="0"/>
          <a:ext cx="0" cy="0"/>
          <a:chOff x="0" y="0"/>
          <a:chExt cx="0" cy="0"/>
        </a:xfrm>
      </p:grpSpPr>
      <p:pic>
        <p:nvPicPr>
          <p:cNvPr id="233" name="Google Shape;233;p33"/>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34" name="Google Shape;234;p33"/>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grpSp>
        <p:nvGrpSpPr>
          <p:cNvPr id="235" name="Google Shape;235;p33"/>
          <p:cNvGrpSpPr/>
          <p:nvPr/>
        </p:nvGrpSpPr>
        <p:grpSpPr>
          <a:xfrm>
            <a:off x="-1846501" y="-1386399"/>
            <a:ext cx="11304529" cy="8107960"/>
            <a:chOff x="-1846501" y="-1386399"/>
            <a:chExt cx="11304529" cy="8107960"/>
          </a:xfrm>
        </p:grpSpPr>
        <p:pic>
          <p:nvPicPr>
            <p:cNvPr id="236" name="Google Shape;236;p33"/>
            <p:cNvPicPr preferRelativeResize="0"/>
            <p:nvPr/>
          </p:nvPicPr>
          <p:blipFill rotWithShape="1">
            <a:blip r:embed="rId3">
              <a:alphaModFix amt="35000"/>
            </a:blip>
            <a:srcRect b="0" l="0" r="0" t="0"/>
            <a:stretch/>
          </p:blipFill>
          <p:spPr>
            <a:xfrm>
              <a:off x="6686275" y="-1386399"/>
              <a:ext cx="2771753" cy="2736575"/>
            </a:xfrm>
            <a:prstGeom prst="rect">
              <a:avLst/>
            </a:prstGeom>
            <a:noFill/>
            <a:ln>
              <a:noFill/>
            </a:ln>
          </p:spPr>
        </p:pic>
        <p:pic>
          <p:nvPicPr>
            <p:cNvPr id="237" name="Google Shape;237;p33"/>
            <p:cNvPicPr preferRelativeResize="0"/>
            <p:nvPr/>
          </p:nvPicPr>
          <p:blipFill rotWithShape="1">
            <a:blip r:embed="rId4">
              <a:alphaModFix amt="47000"/>
            </a:blip>
            <a:srcRect b="0" l="0" r="0" t="0"/>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 only 5">
    <p:spTree>
      <p:nvGrpSpPr>
        <p:cNvPr id="238" name="Shape 238"/>
        <p:cNvGrpSpPr/>
        <p:nvPr/>
      </p:nvGrpSpPr>
      <p:grpSpPr>
        <a:xfrm>
          <a:off x="0" y="0"/>
          <a:ext cx="0" cy="0"/>
          <a:chOff x="0" y="0"/>
          <a:chExt cx="0" cy="0"/>
        </a:xfrm>
      </p:grpSpPr>
      <p:pic>
        <p:nvPicPr>
          <p:cNvPr id="239" name="Google Shape;239;p3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40" name="Google Shape;240;p34"/>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grpSp>
        <p:nvGrpSpPr>
          <p:cNvPr id="241" name="Google Shape;241;p34"/>
          <p:cNvGrpSpPr/>
          <p:nvPr/>
        </p:nvGrpSpPr>
        <p:grpSpPr>
          <a:xfrm>
            <a:off x="-2260370" y="-3743099"/>
            <a:ext cx="14611870" cy="7885148"/>
            <a:chOff x="-2459845" y="-4046299"/>
            <a:chExt cx="14611870" cy="7885148"/>
          </a:xfrm>
        </p:grpSpPr>
        <p:pic>
          <p:nvPicPr>
            <p:cNvPr id="242" name="Google Shape;242;p34"/>
            <p:cNvPicPr preferRelativeResize="0"/>
            <p:nvPr/>
          </p:nvPicPr>
          <p:blipFill rotWithShape="1">
            <a:blip r:embed="rId3">
              <a:alphaModFix amt="32000"/>
            </a:blip>
            <a:srcRect b="0" l="0" r="0" t="0"/>
            <a:stretch/>
          </p:blipFill>
          <p:spPr>
            <a:xfrm rot="-10558877">
              <a:off x="-2298947" y="-1597926"/>
              <a:ext cx="3030302" cy="4698000"/>
            </a:xfrm>
            <a:prstGeom prst="rect">
              <a:avLst/>
            </a:prstGeom>
            <a:noFill/>
            <a:ln>
              <a:noFill/>
            </a:ln>
          </p:spPr>
        </p:pic>
        <p:pic>
          <p:nvPicPr>
            <p:cNvPr id="243" name="Google Shape;243;p34"/>
            <p:cNvPicPr preferRelativeResize="0"/>
            <p:nvPr/>
          </p:nvPicPr>
          <p:blipFill rotWithShape="1">
            <a:blip r:embed="rId4">
              <a:alphaModFix amt="50000"/>
            </a:blip>
            <a:srcRect b="0" l="0" r="0" t="0"/>
            <a:stretch/>
          </p:blipFill>
          <p:spPr>
            <a:xfrm>
              <a:off x="8428901" y="-4046299"/>
              <a:ext cx="3723124" cy="7885148"/>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 only 6">
    <p:spTree>
      <p:nvGrpSpPr>
        <p:cNvPr id="244" name="Shape 244"/>
        <p:cNvGrpSpPr/>
        <p:nvPr/>
      </p:nvGrpSpPr>
      <p:grpSpPr>
        <a:xfrm>
          <a:off x="0" y="0"/>
          <a:ext cx="0" cy="0"/>
          <a:chOff x="0" y="0"/>
          <a:chExt cx="0" cy="0"/>
        </a:xfrm>
      </p:grpSpPr>
      <p:pic>
        <p:nvPicPr>
          <p:cNvPr id="245" name="Google Shape;245;p35"/>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46" name="Google Shape;246;p35"/>
          <p:cNvSpPr txBox="1"/>
          <p:nvPr>
            <p:ph type="title"/>
          </p:nvPr>
        </p:nvSpPr>
        <p:spPr>
          <a:xfrm>
            <a:off x="715050" y="535000"/>
            <a:ext cx="77139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atin typeface="Cardo"/>
                <a:ea typeface="Cardo"/>
                <a:cs typeface="Cardo"/>
                <a:sym typeface="Cardo"/>
              </a:defRPr>
            </a:lvl2pPr>
            <a:lvl3pPr lvl="2" algn="l">
              <a:lnSpc>
                <a:spcPct val="100000"/>
              </a:lnSpc>
              <a:spcBef>
                <a:spcPts val="0"/>
              </a:spcBef>
              <a:spcAft>
                <a:spcPts val="0"/>
              </a:spcAft>
              <a:buSzPts val="3500"/>
              <a:buNone/>
              <a:defRPr>
                <a:latin typeface="Cardo"/>
                <a:ea typeface="Cardo"/>
                <a:cs typeface="Cardo"/>
                <a:sym typeface="Cardo"/>
              </a:defRPr>
            </a:lvl3pPr>
            <a:lvl4pPr lvl="3" algn="l">
              <a:lnSpc>
                <a:spcPct val="100000"/>
              </a:lnSpc>
              <a:spcBef>
                <a:spcPts val="0"/>
              </a:spcBef>
              <a:spcAft>
                <a:spcPts val="0"/>
              </a:spcAft>
              <a:buSzPts val="3500"/>
              <a:buNone/>
              <a:defRPr>
                <a:latin typeface="Cardo"/>
                <a:ea typeface="Cardo"/>
                <a:cs typeface="Cardo"/>
                <a:sym typeface="Cardo"/>
              </a:defRPr>
            </a:lvl4pPr>
            <a:lvl5pPr lvl="4" algn="l">
              <a:lnSpc>
                <a:spcPct val="100000"/>
              </a:lnSpc>
              <a:spcBef>
                <a:spcPts val="0"/>
              </a:spcBef>
              <a:spcAft>
                <a:spcPts val="0"/>
              </a:spcAft>
              <a:buSzPts val="3500"/>
              <a:buNone/>
              <a:defRPr>
                <a:latin typeface="Cardo"/>
                <a:ea typeface="Cardo"/>
                <a:cs typeface="Cardo"/>
                <a:sym typeface="Cardo"/>
              </a:defRPr>
            </a:lvl5pPr>
            <a:lvl6pPr lvl="5" algn="l">
              <a:lnSpc>
                <a:spcPct val="100000"/>
              </a:lnSpc>
              <a:spcBef>
                <a:spcPts val="0"/>
              </a:spcBef>
              <a:spcAft>
                <a:spcPts val="0"/>
              </a:spcAft>
              <a:buSzPts val="3500"/>
              <a:buNone/>
              <a:defRPr>
                <a:latin typeface="Cardo"/>
                <a:ea typeface="Cardo"/>
                <a:cs typeface="Cardo"/>
                <a:sym typeface="Cardo"/>
              </a:defRPr>
            </a:lvl6pPr>
            <a:lvl7pPr lvl="6" algn="l">
              <a:lnSpc>
                <a:spcPct val="100000"/>
              </a:lnSpc>
              <a:spcBef>
                <a:spcPts val="0"/>
              </a:spcBef>
              <a:spcAft>
                <a:spcPts val="0"/>
              </a:spcAft>
              <a:buSzPts val="3500"/>
              <a:buNone/>
              <a:defRPr>
                <a:latin typeface="Cardo"/>
                <a:ea typeface="Cardo"/>
                <a:cs typeface="Cardo"/>
                <a:sym typeface="Cardo"/>
              </a:defRPr>
            </a:lvl7pPr>
            <a:lvl8pPr lvl="7" algn="l">
              <a:lnSpc>
                <a:spcPct val="100000"/>
              </a:lnSpc>
              <a:spcBef>
                <a:spcPts val="0"/>
              </a:spcBef>
              <a:spcAft>
                <a:spcPts val="0"/>
              </a:spcAft>
              <a:buSzPts val="3500"/>
              <a:buNone/>
              <a:defRPr>
                <a:latin typeface="Cardo"/>
                <a:ea typeface="Cardo"/>
                <a:cs typeface="Cardo"/>
                <a:sym typeface="Cardo"/>
              </a:defRPr>
            </a:lvl8pPr>
            <a:lvl9pPr lvl="8" algn="l">
              <a:lnSpc>
                <a:spcPct val="100000"/>
              </a:lnSpc>
              <a:spcBef>
                <a:spcPts val="0"/>
              </a:spcBef>
              <a:spcAft>
                <a:spcPts val="0"/>
              </a:spcAft>
              <a:buSzPts val="3500"/>
              <a:buNone/>
              <a:defRPr>
                <a:latin typeface="Cardo"/>
                <a:ea typeface="Cardo"/>
                <a:cs typeface="Cardo"/>
                <a:sym typeface="Card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 header 1">
    <p:spTree>
      <p:nvGrpSpPr>
        <p:cNvPr id="247" name="Shape 247"/>
        <p:cNvGrpSpPr/>
        <p:nvPr/>
      </p:nvGrpSpPr>
      <p:grpSpPr>
        <a:xfrm>
          <a:off x="0" y="0"/>
          <a:ext cx="0" cy="0"/>
          <a:chOff x="0" y="0"/>
          <a:chExt cx="0" cy="0"/>
        </a:xfrm>
      </p:grpSpPr>
      <p:pic>
        <p:nvPicPr>
          <p:cNvPr id="248" name="Google Shape;248;p36"/>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49" name="Google Shape;249;p36"/>
          <p:cNvSpPr txBox="1"/>
          <p:nvPr>
            <p:ph type="title"/>
          </p:nvPr>
        </p:nvSpPr>
        <p:spPr>
          <a:xfrm>
            <a:off x="4237673" y="1775425"/>
            <a:ext cx="2768400" cy="111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0" name="Google Shape;250;p36"/>
          <p:cNvSpPr txBox="1"/>
          <p:nvPr>
            <p:ph idx="2" type="title"/>
          </p:nvPr>
        </p:nvSpPr>
        <p:spPr>
          <a:xfrm>
            <a:off x="2474011" y="1592863"/>
            <a:ext cx="2112300" cy="1413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103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51" name="Google Shape;251;p36"/>
          <p:cNvSpPr txBox="1"/>
          <p:nvPr>
            <p:ph idx="1" type="subTitle"/>
          </p:nvPr>
        </p:nvSpPr>
        <p:spPr>
          <a:xfrm>
            <a:off x="4237673" y="3149536"/>
            <a:ext cx="2768400" cy="71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252" name="Google Shape;252;p36"/>
          <p:cNvPicPr preferRelativeResize="0"/>
          <p:nvPr/>
        </p:nvPicPr>
        <p:blipFill rotWithShape="1">
          <a:blip r:embed="rId3">
            <a:alphaModFix amt="30000"/>
          </a:blip>
          <a:srcRect b="0" l="0" r="0" t="0"/>
          <a:stretch/>
        </p:blipFill>
        <p:spPr>
          <a:xfrm>
            <a:off x="0" y="-5"/>
            <a:ext cx="9144003" cy="3116462"/>
          </a:xfrm>
          <a:prstGeom prst="rect">
            <a:avLst/>
          </a:prstGeom>
          <a:noFill/>
          <a:ln>
            <a:noFill/>
          </a:ln>
        </p:spPr>
      </p:pic>
      <p:pic>
        <p:nvPicPr>
          <p:cNvPr id="253" name="Google Shape;253;p36"/>
          <p:cNvPicPr preferRelativeResize="0"/>
          <p:nvPr/>
        </p:nvPicPr>
        <p:blipFill rotWithShape="1">
          <a:blip r:embed="rId4">
            <a:alphaModFix amt="49000"/>
          </a:blip>
          <a:srcRect b="0" l="0" r="0" t="0"/>
          <a:stretch/>
        </p:blipFill>
        <p:spPr>
          <a:xfrm flipH="1" rot="5400000">
            <a:off x="6321149" y="2509026"/>
            <a:ext cx="2028050" cy="4295148"/>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 header 2">
    <p:spTree>
      <p:nvGrpSpPr>
        <p:cNvPr id="254" name="Shape 254"/>
        <p:cNvGrpSpPr/>
        <p:nvPr/>
      </p:nvGrpSpPr>
      <p:grpSpPr>
        <a:xfrm>
          <a:off x="0" y="0"/>
          <a:ext cx="0" cy="0"/>
          <a:chOff x="0" y="0"/>
          <a:chExt cx="0" cy="0"/>
        </a:xfrm>
      </p:grpSpPr>
      <p:pic>
        <p:nvPicPr>
          <p:cNvPr id="255" name="Google Shape;255;p37"/>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256" name="Google Shape;256;p37"/>
          <p:cNvPicPr preferRelativeResize="0"/>
          <p:nvPr/>
        </p:nvPicPr>
        <p:blipFill rotWithShape="1">
          <a:blip r:embed="rId3">
            <a:alphaModFix amt="30000"/>
          </a:blip>
          <a:srcRect b="0" l="0" r="0" t="0"/>
          <a:stretch/>
        </p:blipFill>
        <p:spPr>
          <a:xfrm>
            <a:off x="0" y="-7"/>
            <a:ext cx="9144003" cy="6094507"/>
          </a:xfrm>
          <a:prstGeom prst="rect">
            <a:avLst/>
          </a:prstGeom>
          <a:noFill/>
          <a:ln>
            <a:noFill/>
          </a:ln>
        </p:spPr>
      </p:pic>
      <p:pic>
        <p:nvPicPr>
          <p:cNvPr id="257" name="Google Shape;257;p37"/>
          <p:cNvPicPr preferRelativeResize="0"/>
          <p:nvPr/>
        </p:nvPicPr>
        <p:blipFill rotWithShape="1">
          <a:blip r:embed="rId4">
            <a:alphaModFix amt="44000"/>
          </a:blip>
          <a:srcRect b="0" l="0" r="0" t="0"/>
          <a:stretch/>
        </p:blipFill>
        <p:spPr>
          <a:xfrm>
            <a:off x="-844998" y="-1237050"/>
            <a:ext cx="4705600" cy="4785050"/>
          </a:xfrm>
          <a:prstGeom prst="rect">
            <a:avLst/>
          </a:prstGeom>
          <a:noFill/>
          <a:ln>
            <a:noFill/>
          </a:ln>
        </p:spPr>
      </p:pic>
      <p:sp>
        <p:nvSpPr>
          <p:cNvPr id="258" name="Google Shape;258;p37"/>
          <p:cNvSpPr txBox="1"/>
          <p:nvPr>
            <p:ph type="title"/>
          </p:nvPr>
        </p:nvSpPr>
        <p:spPr>
          <a:xfrm>
            <a:off x="1887557" y="1850495"/>
            <a:ext cx="2971800" cy="1117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9" name="Google Shape;259;p37"/>
          <p:cNvSpPr txBox="1"/>
          <p:nvPr>
            <p:ph idx="2" type="title"/>
          </p:nvPr>
        </p:nvSpPr>
        <p:spPr>
          <a:xfrm>
            <a:off x="5091347" y="1436750"/>
            <a:ext cx="2165100" cy="186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106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60" name="Google Shape;260;p37"/>
          <p:cNvSpPr txBox="1"/>
          <p:nvPr>
            <p:ph idx="1" type="subTitle"/>
          </p:nvPr>
        </p:nvSpPr>
        <p:spPr>
          <a:xfrm>
            <a:off x="1892557" y="3192962"/>
            <a:ext cx="2971800" cy="713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header 3">
    <p:spTree>
      <p:nvGrpSpPr>
        <p:cNvPr id="261" name="Shape 261"/>
        <p:cNvGrpSpPr/>
        <p:nvPr/>
      </p:nvGrpSpPr>
      <p:grpSpPr>
        <a:xfrm>
          <a:off x="0" y="0"/>
          <a:ext cx="0" cy="0"/>
          <a:chOff x="0" y="0"/>
          <a:chExt cx="0" cy="0"/>
        </a:xfrm>
      </p:grpSpPr>
      <p:pic>
        <p:nvPicPr>
          <p:cNvPr id="262" name="Google Shape;262;p38"/>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263" name="Google Shape;263;p38"/>
          <p:cNvPicPr preferRelativeResize="0"/>
          <p:nvPr/>
        </p:nvPicPr>
        <p:blipFill rotWithShape="1">
          <a:blip r:embed="rId3">
            <a:alphaModFix amt="30000"/>
          </a:blip>
          <a:srcRect b="0" l="0" r="0" t="0"/>
          <a:stretch/>
        </p:blipFill>
        <p:spPr>
          <a:xfrm>
            <a:off x="0" y="-947289"/>
            <a:ext cx="9144003" cy="6098978"/>
          </a:xfrm>
          <a:prstGeom prst="rect">
            <a:avLst/>
          </a:prstGeom>
          <a:noFill/>
          <a:ln>
            <a:noFill/>
          </a:ln>
        </p:spPr>
      </p:pic>
      <p:grpSp>
        <p:nvGrpSpPr>
          <p:cNvPr id="264" name="Google Shape;264;p38"/>
          <p:cNvGrpSpPr/>
          <p:nvPr/>
        </p:nvGrpSpPr>
        <p:grpSpPr>
          <a:xfrm>
            <a:off x="7353187" y="285158"/>
            <a:ext cx="1435762" cy="1460042"/>
            <a:chOff x="557362" y="374583"/>
            <a:chExt cx="1435762" cy="1460042"/>
          </a:xfrm>
        </p:grpSpPr>
        <p:pic>
          <p:nvPicPr>
            <p:cNvPr id="265" name="Google Shape;265;p38"/>
            <p:cNvPicPr preferRelativeResize="0"/>
            <p:nvPr/>
          </p:nvPicPr>
          <p:blipFill rotWithShape="1">
            <a:blip r:embed="rId4">
              <a:alphaModFix amt="49000"/>
            </a:blip>
            <a:srcRect b="0" l="0" r="0" t="0"/>
            <a:stretch/>
          </p:blipFill>
          <p:spPr>
            <a:xfrm>
              <a:off x="715100" y="535000"/>
              <a:ext cx="1278024" cy="1299625"/>
            </a:xfrm>
            <a:prstGeom prst="rect">
              <a:avLst/>
            </a:prstGeom>
            <a:noFill/>
            <a:ln>
              <a:noFill/>
            </a:ln>
          </p:spPr>
        </p:pic>
        <p:pic>
          <p:nvPicPr>
            <p:cNvPr id="266" name="Google Shape;266;p38"/>
            <p:cNvPicPr preferRelativeResize="0"/>
            <p:nvPr/>
          </p:nvPicPr>
          <p:blipFill rotWithShape="1">
            <a:blip r:embed="rId5">
              <a:alphaModFix amt="44000"/>
            </a:blip>
            <a:srcRect b="0" l="0" r="0" t="0"/>
            <a:stretch/>
          </p:blipFill>
          <p:spPr>
            <a:xfrm flipH="1">
              <a:off x="557362" y="374583"/>
              <a:ext cx="315473" cy="320824"/>
            </a:xfrm>
            <a:prstGeom prst="rect">
              <a:avLst/>
            </a:prstGeom>
            <a:noFill/>
            <a:ln>
              <a:noFill/>
            </a:ln>
          </p:spPr>
        </p:pic>
      </p:grpSp>
      <p:sp>
        <p:nvSpPr>
          <p:cNvPr id="267" name="Google Shape;267;p38"/>
          <p:cNvSpPr txBox="1"/>
          <p:nvPr>
            <p:ph type="title"/>
          </p:nvPr>
        </p:nvSpPr>
        <p:spPr>
          <a:xfrm>
            <a:off x="2655850" y="1107700"/>
            <a:ext cx="3832200" cy="1117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8" name="Google Shape;268;p38"/>
          <p:cNvSpPr txBox="1"/>
          <p:nvPr>
            <p:ph idx="2" type="title"/>
          </p:nvPr>
        </p:nvSpPr>
        <p:spPr>
          <a:xfrm>
            <a:off x="2996500" y="3147250"/>
            <a:ext cx="3150900" cy="107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103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69" name="Google Shape;269;p38"/>
          <p:cNvSpPr txBox="1"/>
          <p:nvPr>
            <p:ph idx="1" type="subTitle"/>
          </p:nvPr>
        </p:nvSpPr>
        <p:spPr>
          <a:xfrm>
            <a:off x="3187750" y="2483994"/>
            <a:ext cx="27684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 header 4">
    <p:spTree>
      <p:nvGrpSpPr>
        <p:cNvPr id="270" name="Shape 270"/>
        <p:cNvGrpSpPr/>
        <p:nvPr/>
      </p:nvGrpSpPr>
      <p:grpSpPr>
        <a:xfrm>
          <a:off x="0" y="0"/>
          <a:ext cx="0" cy="0"/>
          <a:chOff x="0" y="0"/>
          <a:chExt cx="0" cy="0"/>
        </a:xfrm>
      </p:grpSpPr>
      <p:pic>
        <p:nvPicPr>
          <p:cNvPr id="271" name="Google Shape;271;p39"/>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272" name="Google Shape;272;p39"/>
          <p:cNvPicPr preferRelativeResize="0"/>
          <p:nvPr/>
        </p:nvPicPr>
        <p:blipFill rotWithShape="1">
          <a:blip r:embed="rId3">
            <a:alphaModFix amt="30000"/>
          </a:blip>
          <a:srcRect b="0" l="0" r="0" t="0"/>
          <a:stretch/>
        </p:blipFill>
        <p:spPr>
          <a:xfrm rot="10800000">
            <a:off x="0" y="-431300"/>
            <a:ext cx="9144003" cy="6098975"/>
          </a:xfrm>
          <a:prstGeom prst="rect">
            <a:avLst/>
          </a:prstGeom>
          <a:noFill/>
          <a:ln>
            <a:noFill/>
          </a:ln>
        </p:spPr>
      </p:pic>
      <p:sp>
        <p:nvSpPr>
          <p:cNvPr id="273" name="Google Shape;273;p39"/>
          <p:cNvSpPr txBox="1"/>
          <p:nvPr>
            <p:ph type="title"/>
          </p:nvPr>
        </p:nvSpPr>
        <p:spPr>
          <a:xfrm>
            <a:off x="3992510" y="1565802"/>
            <a:ext cx="3832200" cy="111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4" name="Google Shape;274;p39"/>
          <p:cNvSpPr txBox="1"/>
          <p:nvPr>
            <p:ph idx="2" type="title"/>
          </p:nvPr>
        </p:nvSpPr>
        <p:spPr>
          <a:xfrm>
            <a:off x="2265764" y="1514510"/>
            <a:ext cx="3150900" cy="107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103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75" name="Google Shape;275;p39"/>
          <p:cNvSpPr txBox="1"/>
          <p:nvPr>
            <p:ph idx="1" type="subTitle"/>
          </p:nvPr>
        </p:nvSpPr>
        <p:spPr>
          <a:xfrm>
            <a:off x="3992510" y="2929678"/>
            <a:ext cx="2768400" cy="71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Section header 5">
    <p:spTree>
      <p:nvGrpSpPr>
        <p:cNvPr id="276" name="Shape 276"/>
        <p:cNvGrpSpPr/>
        <p:nvPr/>
      </p:nvGrpSpPr>
      <p:grpSpPr>
        <a:xfrm>
          <a:off x="0" y="0"/>
          <a:ext cx="0" cy="0"/>
          <a:chOff x="0" y="0"/>
          <a:chExt cx="0" cy="0"/>
        </a:xfrm>
      </p:grpSpPr>
      <p:pic>
        <p:nvPicPr>
          <p:cNvPr id="277" name="Google Shape;277;p40"/>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278" name="Google Shape;278;p40"/>
          <p:cNvGrpSpPr/>
          <p:nvPr/>
        </p:nvGrpSpPr>
        <p:grpSpPr>
          <a:xfrm>
            <a:off x="-663524" y="-279925"/>
            <a:ext cx="5639850" cy="7085222"/>
            <a:chOff x="-663524" y="-279925"/>
            <a:chExt cx="5639850" cy="7085222"/>
          </a:xfrm>
        </p:grpSpPr>
        <p:pic>
          <p:nvPicPr>
            <p:cNvPr id="279" name="Google Shape;279;p40"/>
            <p:cNvPicPr preferRelativeResize="0"/>
            <p:nvPr/>
          </p:nvPicPr>
          <p:blipFill rotWithShape="1">
            <a:blip r:embed="rId3">
              <a:alphaModFix amt="26000"/>
            </a:blip>
            <a:srcRect b="0" l="0" r="0" t="0"/>
            <a:stretch/>
          </p:blipFill>
          <p:spPr>
            <a:xfrm flipH="1" rot="8851044">
              <a:off x="905324" y="1640501"/>
              <a:ext cx="3042426" cy="4716799"/>
            </a:xfrm>
            <a:prstGeom prst="rect">
              <a:avLst/>
            </a:prstGeom>
            <a:noFill/>
            <a:ln>
              <a:noFill/>
            </a:ln>
          </p:spPr>
        </p:pic>
        <p:pic>
          <p:nvPicPr>
            <p:cNvPr id="280" name="Google Shape;280;p40"/>
            <p:cNvPicPr preferRelativeResize="0"/>
            <p:nvPr/>
          </p:nvPicPr>
          <p:blipFill rotWithShape="1">
            <a:blip r:embed="rId4">
              <a:alphaModFix amt="37000"/>
            </a:blip>
            <a:srcRect b="0" l="0" r="0" t="0"/>
            <a:stretch/>
          </p:blipFill>
          <p:spPr>
            <a:xfrm>
              <a:off x="1578325" y="-229924"/>
              <a:ext cx="660099" cy="671252"/>
            </a:xfrm>
            <a:prstGeom prst="rect">
              <a:avLst/>
            </a:prstGeom>
            <a:noFill/>
            <a:ln>
              <a:noFill/>
            </a:ln>
          </p:spPr>
        </p:pic>
        <p:pic>
          <p:nvPicPr>
            <p:cNvPr id="281" name="Google Shape;281;p40"/>
            <p:cNvPicPr preferRelativeResize="0"/>
            <p:nvPr/>
          </p:nvPicPr>
          <p:blipFill rotWithShape="1">
            <a:blip r:embed="rId5">
              <a:alphaModFix amt="33000"/>
            </a:blip>
            <a:srcRect b="0" l="0" r="0" t="0"/>
            <a:stretch/>
          </p:blipFill>
          <p:spPr>
            <a:xfrm flipH="1">
              <a:off x="-663524" y="-279925"/>
              <a:ext cx="1947024" cy="1980027"/>
            </a:xfrm>
            <a:prstGeom prst="rect">
              <a:avLst/>
            </a:prstGeom>
            <a:noFill/>
            <a:ln>
              <a:noFill/>
            </a:ln>
          </p:spPr>
        </p:pic>
      </p:grpSp>
      <p:sp>
        <p:nvSpPr>
          <p:cNvPr id="282" name="Google Shape;282;p40"/>
          <p:cNvSpPr txBox="1"/>
          <p:nvPr>
            <p:ph type="title"/>
          </p:nvPr>
        </p:nvSpPr>
        <p:spPr>
          <a:xfrm>
            <a:off x="1976457" y="1562421"/>
            <a:ext cx="3150900" cy="1117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3" name="Google Shape;283;p40"/>
          <p:cNvSpPr txBox="1"/>
          <p:nvPr>
            <p:ph idx="2" type="title"/>
          </p:nvPr>
        </p:nvSpPr>
        <p:spPr>
          <a:xfrm>
            <a:off x="3748582" y="1549507"/>
            <a:ext cx="3150900" cy="1079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10300">
                <a:solidFill>
                  <a:schemeClr val="accent1"/>
                </a:solidFill>
              </a:defRPr>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84" name="Google Shape;284;p40"/>
          <p:cNvSpPr txBox="1"/>
          <p:nvPr>
            <p:ph idx="1" type="subTitle"/>
          </p:nvPr>
        </p:nvSpPr>
        <p:spPr>
          <a:xfrm>
            <a:off x="2155557" y="2933311"/>
            <a:ext cx="2971800" cy="713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85" name="Shape 285"/>
        <p:cNvGrpSpPr/>
        <p:nvPr/>
      </p:nvGrpSpPr>
      <p:grpSpPr>
        <a:xfrm>
          <a:off x="0" y="0"/>
          <a:ext cx="0" cy="0"/>
          <a:chOff x="0" y="0"/>
          <a:chExt cx="0" cy="0"/>
        </a:xfrm>
      </p:grpSpPr>
      <p:pic>
        <p:nvPicPr>
          <p:cNvPr id="286" name="Google Shape;286;p41"/>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287" name="Google Shape;287;p41"/>
          <p:cNvSpPr txBox="1"/>
          <p:nvPr>
            <p:ph type="title"/>
          </p:nvPr>
        </p:nvSpPr>
        <p:spPr>
          <a:xfrm>
            <a:off x="3865000" y="3575328"/>
            <a:ext cx="4563900" cy="5319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16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88" name="Google Shape;288;p41"/>
          <p:cNvSpPr txBox="1"/>
          <p:nvPr>
            <p:ph idx="1" type="subTitle"/>
          </p:nvPr>
        </p:nvSpPr>
        <p:spPr>
          <a:xfrm>
            <a:off x="2462250" y="1347275"/>
            <a:ext cx="5967000" cy="2077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sz="3000">
                <a:solidFill>
                  <a:schemeClr val="dk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pic>
        <p:nvPicPr>
          <p:cNvPr id="289" name="Google Shape;289;p41"/>
          <p:cNvPicPr preferRelativeResize="0"/>
          <p:nvPr/>
        </p:nvPicPr>
        <p:blipFill rotWithShape="1">
          <a:blip r:embed="rId3">
            <a:alphaModFix amt="21000"/>
          </a:blip>
          <a:srcRect b="0" l="0" r="0" t="0"/>
          <a:stretch/>
        </p:blipFill>
        <p:spPr>
          <a:xfrm rot="1586418">
            <a:off x="-764950" y="60749"/>
            <a:ext cx="3165078" cy="490695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290" name="Shape 290"/>
        <p:cNvGrpSpPr/>
        <p:nvPr/>
      </p:nvGrpSpPr>
      <p:grpSpPr>
        <a:xfrm>
          <a:off x="0" y="0"/>
          <a:ext cx="0" cy="0"/>
          <a:chOff x="0" y="0"/>
          <a:chExt cx="0" cy="0"/>
        </a:xfrm>
      </p:grpSpPr>
      <p:pic>
        <p:nvPicPr>
          <p:cNvPr id="291" name="Google Shape;291;p42"/>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292" name="Google Shape;292;p42"/>
          <p:cNvGrpSpPr/>
          <p:nvPr/>
        </p:nvGrpSpPr>
        <p:grpSpPr>
          <a:xfrm>
            <a:off x="-1078049" y="-828306"/>
            <a:ext cx="10800648" cy="6495491"/>
            <a:chOff x="-1078049" y="-828306"/>
            <a:chExt cx="10800648" cy="6495491"/>
          </a:xfrm>
        </p:grpSpPr>
        <p:pic>
          <p:nvPicPr>
            <p:cNvPr id="293" name="Google Shape;293;p42"/>
            <p:cNvPicPr preferRelativeResize="0"/>
            <p:nvPr/>
          </p:nvPicPr>
          <p:blipFill rotWithShape="1">
            <a:blip r:embed="rId3">
              <a:alphaModFix amt="44000"/>
            </a:blip>
            <a:srcRect b="0" l="0" r="0" t="0"/>
            <a:stretch/>
          </p:blipFill>
          <p:spPr>
            <a:xfrm rot="4499998">
              <a:off x="517536" y="-1566832"/>
              <a:ext cx="2446178" cy="5180760"/>
            </a:xfrm>
            <a:prstGeom prst="rect">
              <a:avLst/>
            </a:prstGeom>
            <a:noFill/>
            <a:ln>
              <a:noFill/>
            </a:ln>
          </p:spPr>
        </p:pic>
        <p:pic>
          <p:nvPicPr>
            <p:cNvPr id="294" name="Google Shape;294;p42"/>
            <p:cNvPicPr preferRelativeResize="0"/>
            <p:nvPr/>
          </p:nvPicPr>
          <p:blipFill rotWithShape="1">
            <a:blip r:embed="rId4">
              <a:alphaModFix amt="34000"/>
            </a:blip>
            <a:srcRect b="0" l="0" r="0" t="0"/>
            <a:stretch/>
          </p:blipFill>
          <p:spPr>
            <a:xfrm rot="4932521">
              <a:off x="7662897" y="3595450"/>
              <a:ext cx="1859885" cy="2026087"/>
            </a:xfrm>
            <a:prstGeom prst="rect">
              <a:avLst/>
            </a:prstGeom>
            <a:noFill/>
            <a:ln>
              <a:noFill/>
            </a:ln>
          </p:spPr>
        </p:pic>
      </p:grpSp>
      <p:sp>
        <p:nvSpPr>
          <p:cNvPr id="295" name="Google Shape;295;p42"/>
          <p:cNvSpPr txBox="1"/>
          <p:nvPr>
            <p:ph idx="1" type="subTitle"/>
          </p:nvPr>
        </p:nvSpPr>
        <p:spPr>
          <a:xfrm>
            <a:off x="720000" y="3603150"/>
            <a:ext cx="2586600" cy="100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6" name="Google Shape;296;p42"/>
          <p:cNvSpPr txBox="1"/>
          <p:nvPr>
            <p:ph type="title"/>
          </p:nvPr>
        </p:nvSpPr>
        <p:spPr>
          <a:xfrm>
            <a:off x="720000" y="2328775"/>
            <a:ext cx="2586600" cy="1076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 and text 1">
    <p:spTree>
      <p:nvGrpSpPr>
        <p:cNvPr id="297" name="Shape 297"/>
        <p:cNvGrpSpPr/>
        <p:nvPr/>
      </p:nvGrpSpPr>
      <p:grpSpPr>
        <a:xfrm>
          <a:off x="0" y="0"/>
          <a:ext cx="0" cy="0"/>
          <a:chOff x="0" y="0"/>
          <a:chExt cx="0" cy="0"/>
        </a:xfrm>
      </p:grpSpPr>
      <p:pic>
        <p:nvPicPr>
          <p:cNvPr id="298" name="Google Shape;298;p43"/>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299" name="Google Shape;299;p43"/>
          <p:cNvPicPr preferRelativeResize="0"/>
          <p:nvPr/>
        </p:nvPicPr>
        <p:blipFill rotWithShape="1">
          <a:blip r:embed="rId3">
            <a:alphaModFix amt="17000"/>
          </a:blip>
          <a:srcRect b="0" l="0" r="0" t="0"/>
          <a:stretch/>
        </p:blipFill>
        <p:spPr>
          <a:xfrm flipH="1">
            <a:off x="0" y="-5"/>
            <a:ext cx="9144003" cy="3116462"/>
          </a:xfrm>
          <a:prstGeom prst="rect">
            <a:avLst/>
          </a:prstGeom>
          <a:noFill/>
          <a:ln>
            <a:noFill/>
          </a:ln>
        </p:spPr>
      </p:pic>
      <p:sp>
        <p:nvSpPr>
          <p:cNvPr id="300" name="Google Shape;300;p43"/>
          <p:cNvSpPr txBox="1"/>
          <p:nvPr>
            <p:ph idx="1" type="subTitle"/>
          </p:nvPr>
        </p:nvSpPr>
        <p:spPr>
          <a:xfrm>
            <a:off x="715100" y="2935500"/>
            <a:ext cx="3180600" cy="109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1" name="Google Shape;301;p43"/>
          <p:cNvSpPr txBox="1"/>
          <p:nvPr>
            <p:ph type="title"/>
          </p:nvPr>
        </p:nvSpPr>
        <p:spPr>
          <a:xfrm>
            <a:off x="715100" y="1341800"/>
            <a:ext cx="3751800" cy="139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 and text 2">
    <p:spTree>
      <p:nvGrpSpPr>
        <p:cNvPr id="302" name="Shape 302"/>
        <p:cNvGrpSpPr/>
        <p:nvPr/>
      </p:nvGrpSpPr>
      <p:grpSpPr>
        <a:xfrm>
          <a:off x="0" y="0"/>
          <a:ext cx="0" cy="0"/>
          <a:chOff x="0" y="0"/>
          <a:chExt cx="0" cy="0"/>
        </a:xfrm>
      </p:grpSpPr>
      <p:pic>
        <p:nvPicPr>
          <p:cNvPr id="303" name="Google Shape;303;p4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04" name="Google Shape;304;p44"/>
          <p:cNvPicPr preferRelativeResize="0"/>
          <p:nvPr/>
        </p:nvPicPr>
        <p:blipFill rotWithShape="1">
          <a:blip r:embed="rId3">
            <a:alphaModFix amt="15000"/>
          </a:blip>
          <a:srcRect b="0" l="0" r="0" t="0"/>
          <a:stretch/>
        </p:blipFill>
        <p:spPr>
          <a:xfrm flipH="1">
            <a:off x="0" y="-5"/>
            <a:ext cx="9144003" cy="3116462"/>
          </a:xfrm>
          <a:prstGeom prst="rect">
            <a:avLst/>
          </a:prstGeom>
          <a:noFill/>
          <a:ln>
            <a:noFill/>
          </a:ln>
        </p:spPr>
      </p:pic>
      <p:sp>
        <p:nvSpPr>
          <p:cNvPr id="305" name="Google Shape;305;p44"/>
          <p:cNvSpPr txBox="1"/>
          <p:nvPr>
            <p:ph idx="1" type="subTitle"/>
          </p:nvPr>
        </p:nvSpPr>
        <p:spPr>
          <a:xfrm>
            <a:off x="4263100" y="2740825"/>
            <a:ext cx="3820800" cy="9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44"/>
          <p:cNvSpPr txBox="1"/>
          <p:nvPr>
            <p:ph type="title"/>
          </p:nvPr>
        </p:nvSpPr>
        <p:spPr>
          <a:xfrm>
            <a:off x="4263100" y="1871650"/>
            <a:ext cx="3820800" cy="65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 and text 3">
    <p:spTree>
      <p:nvGrpSpPr>
        <p:cNvPr id="307" name="Shape 307"/>
        <p:cNvGrpSpPr/>
        <p:nvPr/>
      </p:nvGrpSpPr>
      <p:grpSpPr>
        <a:xfrm>
          <a:off x="0" y="0"/>
          <a:ext cx="0" cy="0"/>
          <a:chOff x="0" y="0"/>
          <a:chExt cx="0" cy="0"/>
        </a:xfrm>
      </p:grpSpPr>
      <p:pic>
        <p:nvPicPr>
          <p:cNvPr id="308" name="Google Shape;308;p45"/>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09" name="Google Shape;309;p45"/>
          <p:cNvPicPr preferRelativeResize="0"/>
          <p:nvPr/>
        </p:nvPicPr>
        <p:blipFill rotWithShape="1">
          <a:blip r:embed="rId3">
            <a:alphaModFix amt="16000"/>
          </a:blip>
          <a:srcRect b="0" l="0" r="0" t="0"/>
          <a:stretch/>
        </p:blipFill>
        <p:spPr>
          <a:xfrm flipH="1" rot="10800000">
            <a:off x="0" y="2027045"/>
            <a:ext cx="9144003" cy="3116462"/>
          </a:xfrm>
          <a:prstGeom prst="rect">
            <a:avLst/>
          </a:prstGeom>
          <a:noFill/>
          <a:ln>
            <a:noFill/>
          </a:ln>
        </p:spPr>
      </p:pic>
      <p:sp>
        <p:nvSpPr>
          <p:cNvPr id="310" name="Google Shape;310;p45"/>
          <p:cNvSpPr txBox="1"/>
          <p:nvPr>
            <p:ph idx="1" type="subTitle"/>
          </p:nvPr>
        </p:nvSpPr>
        <p:spPr>
          <a:xfrm>
            <a:off x="715100" y="1274025"/>
            <a:ext cx="7713900" cy="280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434343"/>
              </a:buClr>
              <a:buSzPts val="1400"/>
              <a:buFont typeface="Anaheim"/>
              <a:buChar char="○"/>
              <a:defRPr sz="1200">
                <a:solidFill>
                  <a:schemeClr val="dk1"/>
                </a:solidFill>
              </a:defRPr>
            </a:lvl1pPr>
            <a:lvl2pPr lvl="1" algn="l">
              <a:lnSpc>
                <a:spcPct val="100000"/>
              </a:lnSpc>
              <a:spcBef>
                <a:spcPts val="1000"/>
              </a:spcBef>
              <a:spcAft>
                <a:spcPts val="0"/>
              </a:spcAft>
              <a:buClr>
                <a:srgbClr val="434343"/>
              </a:buClr>
              <a:buSzPts val="1200"/>
              <a:buFont typeface="Roboto Condensed Light"/>
              <a:buChar char="○"/>
              <a:defRPr/>
            </a:lvl2pPr>
            <a:lvl3pPr lvl="2" algn="l">
              <a:lnSpc>
                <a:spcPct val="100000"/>
              </a:lnSpc>
              <a:spcBef>
                <a:spcPts val="0"/>
              </a:spcBef>
              <a:spcAft>
                <a:spcPts val="0"/>
              </a:spcAft>
              <a:buClr>
                <a:srgbClr val="434343"/>
              </a:buClr>
              <a:buSzPts val="1200"/>
              <a:buFont typeface="Roboto Condensed Light"/>
              <a:buChar char="■"/>
              <a:defRPr/>
            </a:lvl3pPr>
            <a:lvl4pPr lvl="3" algn="l">
              <a:lnSpc>
                <a:spcPct val="100000"/>
              </a:lnSpc>
              <a:spcBef>
                <a:spcPts val="0"/>
              </a:spcBef>
              <a:spcAft>
                <a:spcPts val="0"/>
              </a:spcAft>
              <a:buClr>
                <a:srgbClr val="434343"/>
              </a:buClr>
              <a:buSzPts val="1200"/>
              <a:buFont typeface="Roboto Condensed Light"/>
              <a:buChar char="●"/>
              <a:defRPr/>
            </a:lvl4pPr>
            <a:lvl5pPr lvl="4" algn="l">
              <a:lnSpc>
                <a:spcPct val="100000"/>
              </a:lnSpc>
              <a:spcBef>
                <a:spcPts val="0"/>
              </a:spcBef>
              <a:spcAft>
                <a:spcPts val="0"/>
              </a:spcAft>
              <a:buClr>
                <a:srgbClr val="434343"/>
              </a:buClr>
              <a:buSzPts val="1200"/>
              <a:buFont typeface="Roboto Condensed Light"/>
              <a:buChar char="○"/>
              <a:defRPr/>
            </a:lvl5pPr>
            <a:lvl6pPr lvl="5" algn="l">
              <a:lnSpc>
                <a:spcPct val="100000"/>
              </a:lnSpc>
              <a:spcBef>
                <a:spcPts val="0"/>
              </a:spcBef>
              <a:spcAft>
                <a:spcPts val="0"/>
              </a:spcAft>
              <a:buClr>
                <a:srgbClr val="434343"/>
              </a:buClr>
              <a:buSzPts val="1200"/>
              <a:buFont typeface="Roboto Condensed Light"/>
              <a:buChar char="■"/>
              <a:defRPr/>
            </a:lvl6pPr>
            <a:lvl7pPr lvl="6" algn="l">
              <a:lnSpc>
                <a:spcPct val="100000"/>
              </a:lnSpc>
              <a:spcBef>
                <a:spcPts val="0"/>
              </a:spcBef>
              <a:spcAft>
                <a:spcPts val="0"/>
              </a:spcAft>
              <a:buClr>
                <a:srgbClr val="434343"/>
              </a:buClr>
              <a:buSzPts val="1200"/>
              <a:buFont typeface="Roboto Condensed Light"/>
              <a:buChar char="●"/>
              <a:defRPr/>
            </a:lvl7pPr>
            <a:lvl8pPr lvl="7" algn="l">
              <a:lnSpc>
                <a:spcPct val="100000"/>
              </a:lnSpc>
              <a:spcBef>
                <a:spcPts val="0"/>
              </a:spcBef>
              <a:spcAft>
                <a:spcPts val="0"/>
              </a:spcAft>
              <a:buClr>
                <a:srgbClr val="434343"/>
              </a:buClr>
              <a:buSzPts val="1200"/>
              <a:buFont typeface="Roboto Condensed Light"/>
              <a:buChar char="○"/>
              <a:defRPr/>
            </a:lvl8pPr>
            <a:lvl9pPr lvl="8" algn="l">
              <a:lnSpc>
                <a:spcPct val="100000"/>
              </a:lnSpc>
              <a:spcBef>
                <a:spcPts val="0"/>
              </a:spcBef>
              <a:spcAft>
                <a:spcPts val="0"/>
              </a:spcAft>
              <a:buClr>
                <a:srgbClr val="434343"/>
              </a:buClr>
              <a:buSzPts val="1200"/>
              <a:buFont typeface="Roboto Condensed Light"/>
              <a:buChar char="■"/>
              <a:defRPr/>
            </a:lvl9pPr>
          </a:lstStyle>
          <a:p/>
        </p:txBody>
      </p:sp>
      <p:sp>
        <p:nvSpPr>
          <p:cNvPr id="311" name="Google Shape;311;p45"/>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 and two columns 1">
    <p:spTree>
      <p:nvGrpSpPr>
        <p:cNvPr id="312" name="Shape 312"/>
        <p:cNvGrpSpPr/>
        <p:nvPr/>
      </p:nvGrpSpPr>
      <p:grpSpPr>
        <a:xfrm>
          <a:off x="0" y="0"/>
          <a:ext cx="0" cy="0"/>
          <a:chOff x="0" y="0"/>
          <a:chExt cx="0" cy="0"/>
        </a:xfrm>
      </p:grpSpPr>
      <p:pic>
        <p:nvPicPr>
          <p:cNvPr id="313" name="Google Shape;313;p46"/>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314" name="Google Shape;314;p46"/>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5" name="Google Shape;315;p46"/>
          <p:cNvSpPr txBox="1"/>
          <p:nvPr>
            <p:ph idx="1" type="subTitle"/>
          </p:nvPr>
        </p:nvSpPr>
        <p:spPr>
          <a:xfrm>
            <a:off x="715100" y="1175650"/>
            <a:ext cx="4004700" cy="3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1200"/>
              <a:buFont typeface="Anaheim"/>
              <a:buChar char="○"/>
              <a:defRPr>
                <a:solidFill>
                  <a:schemeClr val="dk1"/>
                </a:solidFill>
              </a:defRPr>
            </a:lvl1pPr>
            <a:lvl2pPr lvl="1" algn="l">
              <a:lnSpc>
                <a:spcPct val="100000"/>
              </a:lnSpc>
              <a:spcBef>
                <a:spcPts val="1000"/>
              </a:spcBef>
              <a:spcAft>
                <a:spcPts val="0"/>
              </a:spcAft>
              <a:buClr>
                <a:srgbClr val="434343"/>
              </a:buClr>
              <a:buSzPts val="1200"/>
              <a:buFont typeface="Roboto Condensed Light"/>
              <a:buChar char="○"/>
              <a:defRPr/>
            </a:lvl2pPr>
            <a:lvl3pPr lvl="2" algn="l">
              <a:lnSpc>
                <a:spcPct val="100000"/>
              </a:lnSpc>
              <a:spcBef>
                <a:spcPts val="0"/>
              </a:spcBef>
              <a:spcAft>
                <a:spcPts val="0"/>
              </a:spcAft>
              <a:buClr>
                <a:srgbClr val="434343"/>
              </a:buClr>
              <a:buSzPts val="1200"/>
              <a:buFont typeface="Roboto Condensed Light"/>
              <a:buChar char="■"/>
              <a:defRPr/>
            </a:lvl3pPr>
            <a:lvl4pPr lvl="3" algn="l">
              <a:lnSpc>
                <a:spcPct val="100000"/>
              </a:lnSpc>
              <a:spcBef>
                <a:spcPts val="0"/>
              </a:spcBef>
              <a:spcAft>
                <a:spcPts val="0"/>
              </a:spcAft>
              <a:buClr>
                <a:srgbClr val="434343"/>
              </a:buClr>
              <a:buSzPts val="1200"/>
              <a:buFont typeface="Roboto Condensed Light"/>
              <a:buChar char="●"/>
              <a:defRPr/>
            </a:lvl4pPr>
            <a:lvl5pPr lvl="4" algn="l">
              <a:lnSpc>
                <a:spcPct val="100000"/>
              </a:lnSpc>
              <a:spcBef>
                <a:spcPts val="0"/>
              </a:spcBef>
              <a:spcAft>
                <a:spcPts val="0"/>
              </a:spcAft>
              <a:buClr>
                <a:srgbClr val="434343"/>
              </a:buClr>
              <a:buSzPts val="1200"/>
              <a:buFont typeface="Roboto Condensed Light"/>
              <a:buChar char="○"/>
              <a:defRPr/>
            </a:lvl5pPr>
            <a:lvl6pPr lvl="5" algn="l">
              <a:lnSpc>
                <a:spcPct val="100000"/>
              </a:lnSpc>
              <a:spcBef>
                <a:spcPts val="0"/>
              </a:spcBef>
              <a:spcAft>
                <a:spcPts val="0"/>
              </a:spcAft>
              <a:buClr>
                <a:srgbClr val="434343"/>
              </a:buClr>
              <a:buSzPts val="1200"/>
              <a:buFont typeface="Roboto Condensed Light"/>
              <a:buChar char="■"/>
              <a:defRPr/>
            </a:lvl6pPr>
            <a:lvl7pPr lvl="6" algn="l">
              <a:lnSpc>
                <a:spcPct val="100000"/>
              </a:lnSpc>
              <a:spcBef>
                <a:spcPts val="0"/>
              </a:spcBef>
              <a:spcAft>
                <a:spcPts val="0"/>
              </a:spcAft>
              <a:buClr>
                <a:srgbClr val="434343"/>
              </a:buClr>
              <a:buSzPts val="1200"/>
              <a:buFont typeface="Roboto Condensed Light"/>
              <a:buChar char="●"/>
              <a:defRPr/>
            </a:lvl7pPr>
            <a:lvl8pPr lvl="7" algn="l">
              <a:lnSpc>
                <a:spcPct val="100000"/>
              </a:lnSpc>
              <a:spcBef>
                <a:spcPts val="0"/>
              </a:spcBef>
              <a:spcAft>
                <a:spcPts val="0"/>
              </a:spcAft>
              <a:buClr>
                <a:srgbClr val="434343"/>
              </a:buClr>
              <a:buSzPts val="1200"/>
              <a:buFont typeface="Roboto Condensed Light"/>
              <a:buChar char="○"/>
              <a:defRPr/>
            </a:lvl8pPr>
            <a:lvl9pPr lvl="8" algn="l">
              <a:lnSpc>
                <a:spcPct val="100000"/>
              </a:lnSpc>
              <a:spcBef>
                <a:spcPts val="0"/>
              </a:spcBef>
              <a:spcAft>
                <a:spcPts val="0"/>
              </a:spcAft>
              <a:buClr>
                <a:srgbClr val="434343"/>
              </a:buClr>
              <a:buSzPts val="1200"/>
              <a:buFont typeface="Roboto Condensed Light"/>
              <a:buChar char="■"/>
              <a:defRPr/>
            </a:lvl9pPr>
          </a:lstStyle>
          <a:p/>
        </p:txBody>
      </p:sp>
      <p:sp>
        <p:nvSpPr>
          <p:cNvPr id="316" name="Google Shape;316;p46"/>
          <p:cNvSpPr txBox="1"/>
          <p:nvPr>
            <p:ph idx="2" type="subTitle"/>
          </p:nvPr>
        </p:nvSpPr>
        <p:spPr>
          <a:xfrm>
            <a:off x="4994900" y="1175650"/>
            <a:ext cx="3429000" cy="3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Char char="○"/>
              <a:defRPr>
                <a:solidFill>
                  <a:schemeClr val="dk1"/>
                </a:solidFill>
              </a:defRPr>
            </a:lvl1pPr>
            <a:lvl2pPr lvl="1" algn="l">
              <a:lnSpc>
                <a:spcPct val="100000"/>
              </a:lnSpc>
              <a:spcBef>
                <a:spcPts val="100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pic>
        <p:nvPicPr>
          <p:cNvPr id="317" name="Google Shape;317;p46"/>
          <p:cNvPicPr preferRelativeResize="0"/>
          <p:nvPr/>
        </p:nvPicPr>
        <p:blipFill rotWithShape="1">
          <a:blip r:embed="rId3">
            <a:alphaModFix amt="35000"/>
          </a:blip>
          <a:srcRect b="0" l="0" r="0" t="0"/>
          <a:stretch/>
        </p:blipFill>
        <p:spPr>
          <a:xfrm flipH="1" rot="5400000">
            <a:off x="6321149" y="2509026"/>
            <a:ext cx="2028050" cy="4295148"/>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 and two columns 2">
    <p:spTree>
      <p:nvGrpSpPr>
        <p:cNvPr id="318" name="Shape 318"/>
        <p:cNvGrpSpPr/>
        <p:nvPr/>
      </p:nvGrpSpPr>
      <p:grpSpPr>
        <a:xfrm>
          <a:off x="0" y="0"/>
          <a:ext cx="0" cy="0"/>
          <a:chOff x="0" y="0"/>
          <a:chExt cx="0" cy="0"/>
        </a:xfrm>
      </p:grpSpPr>
      <p:pic>
        <p:nvPicPr>
          <p:cNvPr id="319" name="Google Shape;319;p47"/>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20" name="Google Shape;320;p47"/>
          <p:cNvPicPr preferRelativeResize="0"/>
          <p:nvPr/>
        </p:nvPicPr>
        <p:blipFill rotWithShape="1">
          <a:blip r:embed="rId3">
            <a:alphaModFix amt="34000"/>
          </a:blip>
          <a:srcRect b="0" l="0" r="0" t="0"/>
          <a:stretch/>
        </p:blipFill>
        <p:spPr>
          <a:xfrm flipH="1">
            <a:off x="-709963" y="-753722"/>
            <a:ext cx="2662825" cy="2707948"/>
          </a:xfrm>
          <a:prstGeom prst="rect">
            <a:avLst/>
          </a:prstGeom>
          <a:noFill/>
          <a:ln>
            <a:noFill/>
          </a:ln>
        </p:spPr>
      </p:pic>
      <p:pic>
        <p:nvPicPr>
          <p:cNvPr id="321" name="Google Shape;321;p47"/>
          <p:cNvPicPr preferRelativeResize="0"/>
          <p:nvPr/>
        </p:nvPicPr>
        <p:blipFill rotWithShape="1">
          <a:blip r:embed="rId4">
            <a:alphaModFix amt="41000"/>
          </a:blip>
          <a:srcRect b="0" l="0" r="0" t="0"/>
          <a:stretch/>
        </p:blipFill>
        <p:spPr>
          <a:xfrm>
            <a:off x="4427027" y="671950"/>
            <a:ext cx="3878551" cy="3944100"/>
          </a:xfrm>
          <a:prstGeom prst="rect">
            <a:avLst/>
          </a:prstGeom>
          <a:noFill/>
          <a:ln>
            <a:noFill/>
          </a:ln>
        </p:spPr>
      </p:pic>
      <p:sp>
        <p:nvSpPr>
          <p:cNvPr id="322" name="Google Shape;322;p47"/>
          <p:cNvSpPr txBox="1"/>
          <p:nvPr>
            <p:ph idx="1" type="subTitle"/>
          </p:nvPr>
        </p:nvSpPr>
        <p:spPr>
          <a:xfrm>
            <a:off x="1290763" y="1837941"/>
            <a:ext cx="2907600" cy="71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500">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23" name="Google Shape;323;p47"/>
          <p:cNvSpPr txBox="1"/>
          <p:nvPr>
            <p:ph idx="2" type="subTitle"/>
          </p:nvPr>
        </p:nvSpPr>
        <p:spPr>
          <a:xfrm>
            <a:off x="4945638" y="1837941"/>
            <a:ext cx="2907600" cy="713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5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24" name="Google Shape;324;p47"/>
          <p:cNvSpPr txBox="1"/>
          <p:nvPr>
            <p:ph idx="3" type="subTitle"/>
          </p:nvPr>
        </p:nvSpPr>
        <p:spPr>
          <a:xfrm>
            <a:off x="1290775" y="2740676"/>
            <a:ext cx="2907600" cy="11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5" name="Google Shape;325;p47"/>
          <p:cNvSpPr txBox="1"/>
          <p:nvPr>
            <p:ph idx="4" type="subTitle"/>
          </p:nvPr>
        </p:nvSpPr>
        <p:spPr>
          <a:xfrm>
            <a:off x="4945650" y="2740676"/>
            <a:ext cx="2907600" cy="11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Title and text 6">
    <p:spTree>
      <p:nvGrpSpPr>
        <p:cNvPr id="326" name="Shape 326"/>
        <p:cNvGrpSpPr/>
        <p:nvPr/>
      </p:nvGrpSpPr>
      <p:grpSpPr>
        <a:xfrm>
          <a:off x="0" y="0"/>
          <a:ext cx="0" cy="0"/>
          <a:chOff x="0" y="0"/>
          <a:chExt cx="0" cy="0"/>
        </a:xfrm>
      </p:grpSpPr>
      <p:pic>
        <p:nvPicPr>
          <p:cNvPr id="327" name="Google Shape;327;p48"/>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328" name="Google Shape;328;p48"/>
          <p:cNvGrpSpPr/>
          <p:nvPr/>
        </p:nvGrpSpPr>
        <p:grpSpPr>
          <a:xfrm flipH="1">
            <a:off x="-1059374" y="202758"/>
            <a:ext cx="9874808" cy="5928742"/>
            <a:chOff x="252562" y="222183"/>
            <a:chExt cx="9874808" cy="5928742"/>
          </a:xfrm>
        </p:grpSpPr>
        <p:pic>
          <p:nvPicPr>
            <p:cNvPr id="329" name="Google Shape;329;p48"/>
            <p:cNvPicPr preferRelativeResize="0"/>
            <p:nvPr/>
          </p:nvPicPr>
          <p:blipFill rotWithShape="1">
            <a:blip r:embed="rId3">
              <a:alphaModFix amt="50000"/>
            </a:blip>
            <a:srcRect b="0" l="0" r="0" t="0"/>
            <a:stretch/>
          </p:blipFill>
          <p:spPr>
            <a:xfrm>
              <a:off x="7222371" y="2986325"/>
              <a:ext cx="2904999" cy="3164600"/>
            </a:xfrm>
            <a:prstGeom prst="rect">
              <a:avLst/>
            </a:prstGeom>
            <a:noFill/>
            <a:ln>
              <a:noFill/>
            </a:ln>
          </p:spPr>
        </p:pic>
        <p:pic>
          <p:nvPicPr>
            <p:cNvPr id="330" name="Google Shape;330;p48"/>
            <p:cNvPicPr preferRelativeResize="0"/>
            <p:nvPr/>
          </p:nvPicPr>
          <p:blipFill rotWithShape="1">
            <a:blip r:embed="rId4">
              <a:alphaModFix amt="48000"/>
            </a:blip>
            <a:srcRect b="0" l="0" r="0" t="0"/>
            <a:stretch/>
          </p:blipFill>
          <p:spPr>
            <a:xfrm>
              <a:off x="410300" y="382600"/>
              <a:ext cx="1278024" cy="1299625"/>
            </a:xfrm>
            <a:prstGeom prst="rect">
              <a:avLst/>
            </a:prstGeom>
            <a:noFill/>
            <a:ln>
              <a:noFill/>
            </a:ln>
          </p:spPr>
        </p:pic>
        <p:pic>
          <p:nvPicPr>
            <p:cNvPr id="331" name="Google Shape;331;p48"/>
            <p:cNvPicPr preferRelativeResize="0"/>
            <p:nvPr/>
          </p:nvPicPr>
          <p:blipFill rotWithShape="1">
            <a:blip r:embed="rId5">
              <a:alphaModFix amt="60000"/>
            </a:blip>
            <a:srcRect b="0" l="0" r="0" t="0"/>
            <a:stretch/>
          </p:blipFill>
          <p:spPr>
            <a:xfrm flipH="1">
              <a:off x="252562" y="222183"/>
              <a:ext cx="315473" cy="320824"/>
            </a:xfrm>
            <a:prstGeom prst="rect">
              <a:avLst/>
            </a:prstGeom>
            <a:noFill/>
            <a:ln>
              <a:noFill/>
            </a:ln>
          </p:spPr>
        </p:pic>
      </p:grpSp>
      <p:sp>
        <p:nvSpPr>
          <p:cNvPr id="332" name="Google Shape;332;p48"/>
          <p:cNvSpPr txBox="1"/>
          <p:nvPr>
            <p:ph type="title"/>
          </p:nvPr>
        </p:nvSpPr>
        <p:spPr>
          <a:xfrm>
            <a:off x="4010875" y="1307100"/>
            <a:ext cx="4419900" cy="2529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Title and text 7">
    <p:spTree>
      <p:nvGrpSpPr>
        <p:cNvPr id="333" name="Shape 333"/>
        <p:cNvGrpSpPr/>
        <p:nvPr/>
      </p:nvGrpSpPr>
      <p:grpSpPr>
        <a:xfrm>
          <a:off x="0" y="0"/>
          <a:ext cx="0" cy="0"/>
          <a:chOff x="0" y="0"/>
          <a:chExt cx="0" cy="0"/>
        </a:xfrm>
      </p:grpSpPr>
      <p:pic>
        <p:nvPicPr>
          <p:cNvPr id="334" name="Google Shape;334;p49"/>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35" name="Google Shape;335;p49"/>
          <p:cNvPicPr preferRelativeResize="0"/>
          <p:nvPr/>
        </p:nvPicPr>
        <p:blipFill rotWithShape="1">
          <a:blip r:embed="rId3">
            <a:alphaModFix amt="34000"/>
          </a:blip>
          <a:srcRect b="0" l="0" r="0" t="0"/>
          <a:stretch/>
        </p:blipFill>
        <p:spPr>
          <a:xfrm flipH="1">
            <a:off x="-996263" y="3841453"/>
            <a:ext cx="2662825" cy="2707948"/>
          </a:xfrm>
          <a:prstGeom prst="rect">
            <a:avLst/>
          </a:prstGeom>
          <a:noFill/>
          <a:ln>
            <a:noFill/>
          </a:ln>
        </p:spPr>
      </p:pic>
      <p:pic>
        <p:nvPicPr>
          <p:cNvPr id="336" name="Google Shape;336;p49"/>
          <p:cNvPicPr preferRelativeResize="0"/>
          <p:nvPr/>
        </p:nvPicPr>
        <p:blipFill rotWithShape="1">
          <a:blip r:embed="rId4">
            <a:alphaModFix amt="41000"/>
          </a:blip>
          <a:srcRect b="0" l="0" r="0" t="0"/>
          <a:stretch/>
        </p:blipFill>
        <p:spPr>
          <a:xfrm>
            <a:off x="4427027" y="671950"/>
            <a:ext cx="3878551" cy="3944100"/>
          </a:xfrm>
          <a:prstGeom prst="rect">
            <a:avLst/>
          </a:prstGeom>
          <a:noFill/>
          <a:ln>
            <a:noFill/>
          </a:ln>
        </p:spPr>
      </p:pic>
      <p:sp>
        <p:nvSpPr>
          <p:cNvPr id="337" name="Google Shape;337;p49"/>
          <p:cNvSpPr txBox="1"/>
          <p:nvPr>
            <p:ph idx="1" type="body"/>
          </p:nvPr>
        </p:nvSpPr>
        <p:spPr>
          <a:xfrm>
            <a:off x="2638050" y="1792100"/>
            <a:ext cx="3867900" cy="25107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Char char="●"/>
              <a:defRPr>
                <a:solidFill>
                  <a:srgbClr val="434343"/>
                </a:solidFill>
              </a:defRPr>
            </a:lvl1pPr>
            <a:lvl2pPr indent="-317500" lvl="1" marL="914400" algn="l">
              <a:lnSpc>
                <a:spcPct val="100000"/>
              </a:lnSpc>
              <a:spcBef>
                <a:spcPts val="0"/>
              </a:spcBef>
              <a:spcAft>
                <a:spcPts val="0"/>
              </a:spcAft>
              <a:buSzPts val="1400"/>
              <a:buChar char="○"/>
              <a:defRPr>
                <a:solidFill>
                  <a:srgbClr val="434343"/>
                </a:solidFill>
              </a:defRPr>
            </a:lvl2pPr>
            <a:lvl3pPr indent="-317500" lvl="2" marL="1371600" algn="l">
              <a:lnSpc>
                <a:spcPct val="100000"/>
              </a:lnSpc>
              <a:spcBef>
                <a:spcPts val="1600"/>
              </a:spcBef>
              <a:spcAft>
                <a:spcPts val="0"/>
              </a:spcAft>
              <a:buSzPts val="1400"/>
              <a:buChar char="■"/>
              <a:defRPr>
                <a:solidFill>
                  <a:srgbClr val="434343"/>
                </a:solidFill>
              </a:defRPr>
            </a:lvl3pPr>
            <a:lvl4pPr indent="-317500" lvl="3" marL="1828800" algn="l">
              <a:lnSpc>
                <a:spcPct val="100000"/>
              </a:lnSpc>
              <a:spcBef>
                <a:spcPts val="1600"/>
              </a:spcBef>
              <a:spcAft>
                <a:spcPts val="0"/>
              </a:spcAft>
              <a:buSzPts val="1400"/>
              <a:buChar char="●"/>
              <a:defRPr>
                <a:solidFill>
                  <a:srgbClr val="434343"/>
                </a:solidFill>
              </a:defRPr>
            </a:lvl4pPr>
            <a:lvl5pPr indent="-317500" lvl="4" marL="2286000" algn="l">
              <a:lnSpc>
                <a:spcPct val="100000"/>
              </a:lnSpc>
              <a:spcBef>
                <a:spcPts val="1600"/>
              </a:spcBef>
              <a:spcAft>
                <a:spcPts val="0"/>
              </a:spcAft>
              <a:buSzPts val="1400"/>
              <a:buChar char="○"/>
              <a:defRPr>
                <a:solidFill>
                  <a:srgbClr val="434343"/>
                </a:solidFill>
              </a:defRPr>
            </a:lvl5pPr>
            <a:lvl6pPr indent="-317500" lvl="5" marL="2743200" algn="l">
              <a:lnSpc>
                <a:spcPct val="100000"/>
              </a:lnSpc>
              <a:spcBef>
                <a:spcPts val="1600"/>
              </a:spcBef>
              <a:spcAft>
                <a:spcPts val="0"/>
              </a:spcAft>
              <a:buSzPts val="1400"/>
              <a:buChar char="■"/>
              <a:defRPr>
                <a:solidFill>
                  <a:srgbClr val="434343"/>
                </a:solidFill>
              </a:defRPr>
            </a:lvl6pPr>
            <a:lvl7pPr indent="-317500" lvl="6" marL="3200400" algn="l">
              <a:lnSpc>
                <a:spcPct val="100000"/>
              </a:lnSpc>
              <a:spcBef>
                <a:spcPts val="1600"/>
              </a:spcBef>
              <a:spcAft>
                <a:spcPts val="0"/>
              </a:spcAft>
              <a:buSzPts val="1400"/>
              <a:buChar char="●"/>
              <a:defRPr>
                <a:solidFill>
                  <a:srgbClr val="434343"/>
                </a:solidFill>
              </a:defRPr>
            </a:lvl7pPr>
            <a:lvl8pPr indent="-317500" lvl="7" marL="3657600" algn="l">
              <a:lnSpc>
                <a:spcPct val="100000"/>
              </a:lnSpc>
              <a:spcBef>
                <a:spcPts val="1600"/>
              </a:spcBef>
              <a:spcAft>
                <a:spcPts val="0"/>
              </a:spcAft>
              <a:buSzPts val="1400"/>
              <a:buChar char="○"/>
              <a:defRPr>
                <a:solidFill>
                  <a:srgbClr val="434343"/>
                </a:solidFill>
              </a:defRPr>
            </a:lvl8pPr>
            <a:lvl9pPr indent="-317500" lvl="8" marL="4114800" algn="l">
              <a:lnSpc>
                <a:spcPct val="100000"/>
              </a:lnSpc>
              <a:spcBef>
                <a:spcPts val="1600"/>
              </a:spcBef>
              <a:spcAft>
                <a:spcPts val="1600"/>
              </a:spcAft>
              <a:buSzPts val="1400"/>
              <a:buChar char="■"/>
              <a:defRPr>
                <a:solidFill>
                  <a:srgbClr val="434343"/>
                </a:solidFill>
              </a:defRPr>
            </a:lvl9pPr>
          </a:lstStyle>
          <a:p/>
        </p:txBody>
      </p:sp>
      <p:sp>
        <p:nvSpPr>
          <p:cNvPr id="338" name="Google Shape;338;p49"/>
          <p:cNvSpPr txBox="1"/>
          <p:nvPr>
            <p:ph type="title"/>
          </p:nvPr>
        </p:nvSpPr>
        <p:spPr>
          <a:xfrm>
            <a:off x="2638050" y="840725"/>
            <a:ext cx="2705700" cy="103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 and two columns 3">
    <p:spTree>
      <p:nvGrpSpPr>
        <p:cNvPr id="339" name="Shape 339"/>
        <p:cNvGrpSpPr/>
        <p:nvPr/>
      </p:nvGrpSpPr>
      <p:grpSpPr>
        <a:xfrm>
          <a:off x="0" y="0"/>
          <a:ext cx="0" cy="0"/>
          <a:chOff x="0" y="0"/>
          <a:chExt cx="0" cy="0"/>
        </a:xfrm>
      </p:grpSpPr>
      <p:pic>
        <p:nvPicPr>
          <p:cNvPr id="340" name="Google Shape;340;p50"/>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41" name="Google Shape;341;p50"/>
          <p:cNvPicPr preferRelativeResize="0"/>
          <p:nvPr/>
        </p:nvPicPr>
        <p:blipFill rotWithShape="1">
          <a:blip r:embed="rId3">
            <a:alphaModFix amt="34000"/>
          </a:blip>
          <a:srcRect b="0" l="0" r="0" t="0"/>
          <a:stretch/>
        </p:blipFill>
        <p:spPr>
          <a:xfrm flipH="1">
            <a:off x="-709963" y="3620328"/>
            <a:ext cx="2662825" cy="2707948"/>
          </a:xfrm>
          <a:prstGeom prst="rect">
            <a:avLst/>
          </a:prstGeom>
          <a:noFill/>
          <a:ln>
            <a:noFill/>
          </a:ln>
        </p:spPr>
      </p:pic>
      <p:pic>
        <p:nvPicPr>
          <p:cNvPr id="342" name="Google Shape;342;p50"/>
          <p:cNvPicPr preferRelativeResize="0"/>
          <p:nvPr/>
        </p:nvPicPr>
        <p:blipFill rotWithShape="1">
          <a:blip r:embed="rId4">
            <a:alphaModFix amt="41000"/>
          </a:blip>
          <a:srcRect b="0" l="0" r="0" t="0"/>
          <a:stretch/>
        </p:blipFill>
        <p:spPr>
          <a:xfrm>
            <a:off x="6802252" y="-2106150"/>
            <a:ext cx="3878551" cy="3944100"/>
          </a:xfrm>
          <a:prstGeom prst="rect">
            <a:avLst/>
          </a:prstGeom>
          <a:noFill/>
          <a:ln>
            <a:noFill/>
          </a:ln>
        </p:spPr>
      </p:pic>
      <p:sp>
        <p:nvSpPr>
          <p:cNvPr id="343" name="Google Shape;343;p50"/>
          <p:cNvSpPr txBox="1"/>
          <p:nvPr>
            <p:ph idx="1" type="subTitle"/>
          </p:nvPr>
        </p:nvSpPr>
        <p:spPr>
          <a:xfrm>
            <a:off x="715100" y="1922325"/>
            <a:ext cx="3785700" cy="184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344" name="Google Shape;344;p50"/>
          <p:cNvSpPr txBox="1"/>
          <p:nvPr>
            <p:ph idx="2" type="subTitle"/>
          </p:nvPr>
        </p:nvSpPr>
        <p:spPr>
          <a:xfrm>
            <a:off x="4638325" y="1922325"/>
            <a:ext cx="3785700" cy="184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345" name="Google Shape;345;p50"/>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ight columns">
  <p:cSld name="Title and eight columns">
    <p:spTree>
      <p:nvGrpSpPr>
        <p:cNvPr id="346" name="Shape 346"/>
        <p:cNvGrpSpPr/>
        <p:nvPr/>
      </p:nvGrpSpPr>
      <p:grpSpPr>
        <a:xfrm>
          <a:off x="0" y="0"/>
          <a:ext cx="0" cy="0"/>
          <a:chOff x="0" y="0"/>
          <a:chExt cx="0" cy="0"/>
        </a:xfrm>
      </p:grpSpPr>
      <p:pic>
        <p:nvPicPr>
          <p:cNvPr id="347" name="Google Shape;347;p51"/>
          <p:cNvPicPr preferRelativeResize="0"/>
          <p:nvPr/>
        </p:nvPicPr>
        <p:blipFill rotWithShape="1">
          <a:blip r:embed="rId2">
            <a:alphaModFix amt="57000"/>
          </a:blip>
          <a:srcRect b="0" l="0" r="0" t="0"/>
          <a:stretch/>
        </p:blipFill>
        <p:spPr>
          <a:xfrm rot="10800000">
            <a:off x="-2510" y="1"/>
            <a:ext cx="9144000" cy="5143500"/>
          </a:xfrm>
          <a:prstGeom prst="rect">
            <a:avLst/>
          </a:prstGeom>
          <a:noFill/>
          <a:ln>
            <a:noFill/>
          </a:ln>
        </p:spPr>
      </p:pic>
      <p:pic>
        <p:nvPicPr>
          <p:cNvPr id="348" name="Google Shape;348;p51"/>
          <p:cNvPicPr preferRelativeResize="0"/>
          <p:nvPr/>
        </p:nvPicPr>
        <p:blipFill rotWithShape="1">
          <a:blip r:embed="rId3">
            <a:alphaModFix amt="34000"/>
          </a:blip>
          <a:srcRect b="0" l="0" r="0" t="0"/>
          <a:stretch/>
        </p:blipFill>
        <p:spPr>
          <a:xfrm flipH="1" rot="10800000">
            <a:off x="7202803" y="-1179375"/>
            <a:ext cx="2662825" cy="2707948"/>
          </a:xfrm>
          <a:prstGeom prst="rect">
            <a:avLst/>
          </a:prstGeom>
          <a:noFill/>
          <a:ln>
            <a:noFill/>
          </a:ln>
        </p:spPr>
      </p:pic>
      <p:pic>
        <p:nvPicPr>
          <p:cNvPr id="349" name="Google Shape;349;p51"/>
          <p:cNvPicPr preferRelativeResize="0"/>
          <p:nvPr/>
        </p:nvPicPr>
        <p:blipFill rotWithShape="1">
          <a:blip r:embed="rId4">
            <a:alphaModFix amt="41000"/>
          </a:blip>
          <a:srcRect b="0" l="0" r="0" t="0"/>
          <a:stretch/>
        </p:blipFill>
        <p:spPr>
          <a:xfrm rot="10800000">
            <a:off x="-1525138" y="3310951"/>
            <a:ext cx="3878551" cy="3944100"/>
          </a:xfrm>
          <a:prstGeom prst="rect">
            <a:avLst/>
          </a:prstGeom>
          <a:noFill/>
          <a:ln>
            <a:noFill/>
          </a:ln>
        </p:spPr>
      </p:pic>
      <p:sp>
        <p:nvSpPr>
          <p:cNvPr id="350" name="Google Shape;350;p51"/>
          <p:cNvSpPr txBox="1"/>
          <p:nvPr>
            <p:ph type="title"/>
          </p:nvPr>
        </p:nvSpPr>
        <p:spPr>
          <a:xfrm>
            <a:off x="715050" y="535000"/>
            <a:ext cx="7713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3500"/>
              <a:buFont typeface="Josefin Sans"/>
              <a:buNone/>
              <a:defRPr>
                <a:latin typeface="Josefin Sans"/>
                <a:ea typeface="Josefin Sans"/>
                <a:cs typeface="Josefin Sans"/>
                <a:sym typeface="Josefin Sans"/>
              </a:defRPr>
            </a:lvl2pPr>
            <a:lvl3pPr lvl="2" algn="l">
              <a:lnSpc>
                <a:spcPct val="100000"/>
              </a:lnSpc>
              <a:spcBef>
                <a:spcPts val="0"/>
              </a:spcBef>
              <a:spcAft>
                <a:spcPts val="0"/>
              </a:spcAft>
              <a:buSzPts val="3500"/>
              <a:buFont typeface="Josefin Sans"/>
              <a:buNone/>
              <a:defRPr>
                <a:latin typeface="Josefin Sans"/>
                <a:ea typeface="Josefin Sans"/>
                <a:cs typeface="Josefin Sans"/>
                <a:sym typeface="Josefin Sans"/>
              </a:defRPr>
            </a:lvl3pPr>
            <a:lvl4pPr lvl="3" algn="l">
              <a:lnSpc>
                <a:spcPct val="100000"/>
              </a:lnSpc>
              <a:spcBef>
                <a:spcPts val="0"/>
              </a:spcBef>
              <a:spcAft>
                <a:spcPts val="0"/>
              </a:spcAft>
              <a:buSzPts val="3500"/>
              <a:buFont typeface="Josefin Sans"/>
              <a:buNone/>
              <a:defRPr>
                <a:latin typeface="Josefin Sans"/>
                <a:ea typeface="Josefin Sans"/>
                <a:cs typeface="Josefin Sans"/>
                <a:sym typeface="Josefin Sans"/>
              </a:defRPr>
            </a:lvl4pPr>
            <a:lvl5pPr lvl="4" algn="l">
              <a:lnSpc>
                <a:spcPct val="100000"/>
              </a:lnSpc>
              <a:spcBef>
                <a:spcPts val="0"/>
              </a:spcBef>
              <a:spcAft>
                <a:spcPts val="0"/>
              </a:spcAft>
              <a:buSzPts val="3500"/>
              <a:buFont typeface="Josefin Sans"/>
              <a:buNone/>
              <a:defRPr>
                <a:latin typeface="Josefin Sans"/>
                <a:ea typeface="Josefin Sans"/>
                <a:cs typeface="Josefin Sans"/>
                <a:sym typeface="Josefin Sans"/>
              </a:defRPr>
            </a:lvl5pPr>
            <a:lvl6pPr lvl="5" algn="l">
              <a:lnSpc>
                <a:spcPct val="100000"/>
              </a:lnSpc>
              <a:spcBef>
                <a:spcPts val="0"/>
              </a:spcBef>
              <a:spcAft>
                <a:spcPts val="0"/>
              </a:spcAft>
              <a:buSzPts val="3500"/>
              <a:buFont typeface="Josefin Sans"/>
              <a:buNone/>
              <a:defRPr>
                <a:latin typeface="Josefin Sans"/>
                <a:ea typeface="Josefin Sans"/>
                <a:cs typeface="Josefin Sans"/>
                <a:sym typeface="Josefin Sans"/>
              </a:defRPr>
            </a:lvl6pPr>
            <a:lvl7pPr lvl="6" algn="l">
              <a:lnSpc>
                <a:spcPct val="100000"/>
              </a:lnSpc>
              <a:spcBef>
                <a:spcPts val="0"/>
              </a:spcBef>
              <a:spcAft>
                <a:spcPts val="0"/>
              </a:spcAft>
              <a:buSzPts val="3500"/>
              <a:buFont typeface="Josefin Sans"/>
              <a:buNone/>
              <a:defRPr>
                <a:latin typeface="Josefin Sans"/>
                <a:ea typeface="Josefin Sans"/>
                <a:cs typeface="Josefin Sans"/>
                <a:sym typeface="Josefin Sans"/>
              </a:defRPr>
            </a:lvl7pPr>
            <a:lvl8pPr lvl="7" algn="l">
              <a:lnSpc>
                <a:spcPct val="100000"/>
              </a:lnSpc>
              <a:spcBef>
                <a:spcPts val="0"/>
              </a:spcBef>
              <a:spcAft>
                <a:spcPts val="0"/>
              </a:spcAft>
              <a:buSzPts val="3500"/>
              <a:buFont typeface="Josefin Sans"/>
              <a:buNone/>
              <a:defRPr>
                <a:latin typeface="Josefin Sans"/>
                <a:ea typeface="Josefin Sans"/>
                <a:cs typeface="Josefin Sans"/>
                <a:sym typeface="Josefin Sans"/>
              </a:defRPr>
            </a:lvl8pPr>
            <a:lvl9pPr lvl="8" algn="l">
              <a:lnSpc>
                <a:spcPct val="100000"/>
              </a:lnSpc>
              <a:spcBef>
                <a:spcPts val="0"/>
              </a:spcBef>
              <a:spcAft>
                <a:spcPts val="0"/>
              </a:spcAft>
              <a:buSzPts val="3500"/>
              <a:buFont typeface="Josefin Sans"/>
              <a:buNone/>
              <a:defRPr>
                <a:latin typeface="Josefin Sans"/>
                <a:ea typeface="Josefin Sans"/>
                <a:cs typeface="Josefin Sans"/>
                <a:sym typeface="Josefin Sans"/>
              </a:defRPr>
            </a:lvl9pPr>
          </a:lstStyle>
          <a:p/>
        </p:txBody>
      </p:sp>
      <p:sp>
        <p:nvSpPr>
          <p:cNvPr id="351" name="Google Shape;351;p51"/>
          <p:cNvSpPr txBox="1"/>
          <p:nvPr>
            <p:ph idx="1" type="subTitle"/>
          </p:nvPr>
        </p:nvSpPr>
        <p:spPr>
          <a:xfrm>
            <a:off x="1881400" y="1274889"/>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52" name="Google Shape;352;p51"/>
          <p:cNvSpPr txBox="1"/>
          <p:nvPr>
            <p:ph idx="2" type="title"/>
          </p:nvPr>
        </p:nvSpPr>
        <p:spPr>
          <a:xfrm>
            <a:off x="842200" y="1274904"/>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53" name="Google Shape;353;p51"/>
          <p:cNvSpPr txBox="1"/>
          <p:nvPr>
            <p:ph idx="3" type="subTitle"/>
          </p:nvPr>
        </p:nvSpPr>
        <p:spPr>
          <a:xfrm>
            <a:off x="1881400" y="2107338"/>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54" name="Google Shape;354;p51"/>
          <p:cNvSpPr txBox="1"/>
          <p:nvPr>
            <p:ph idx="4" type="title"/>
          </p:nvPr>
        </p:nvSpPr>
        <p:spPr>
          <a:xfrm>
            <a:off x="842200" y="2107338"/>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55" name="Google Shape;355;p51"/>
          <p:cNvSpPr txBox="1"/>
          <p:nvPr>
            <p:ph idx="5" type="subTitle"/>
          </p:nvPr>
        </p:nvSpPr>
        <p:spPr>
          <a:xfrm>
            <a:off x="1881400" y="2945975"/>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56" name="Google Shape;356;p51"/>
          <p:cNvSpPr txBox="1"/>
          <p:nvPr>
            <p:ph idx="6" type="title"/>
          </p:nvPr>
        </p:nvSpPr>
        <p:spPr>
          <a:xfrm>
            <a:off x="842200" y="2945975"/>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57" name="Google Shape;357;p51"/>
          <p:cNvSpPr txBox="1"/>
          <p:nvPr>
            <p:ph idx="7" type="subTitle"/>
          </p:nvPr>
        </p:nvSpPr>
        <p:spPr>
          <a:xfrm>
            <a:off x="1881400" y="3784650"/>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58" name="Google Shape;358;p51"/>
          <p:cNvSpPr txBox="1"/>
          <p:nvPr>
            <p:ph idx="8" type="title"/>
          </p:nvPr>
        </p:nvSpPr>
        <p:spPr>
          <a:xfrm>
            <a:off x="842200" y="3784650"/>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59" name="Google Shape;359;p51"/>
          <p:cNvSpPr txBox="1"/>
          <p:nvPr>
            <p:ph idx="9" type="subTitle"/>
          </p:nvPr>
        </p:nvSpPr>
        <p:spPr>
          <a:xfrm>
            <a:off x="5770400" y="1274889"/>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60" name="Google Shape;360;p51"/>
          <p:cNvSpPr txBox="1"/>
          <p:nvPr>
            <p:ph idx="13" type="title"/>
          </p:nvPr>
        </p:nvSpPr>
        <p:spPr>
          <a:xfrm>
            <a:off x="4731200" y="1274904"/>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61" name="Google Shape;361;p51"/>
          <p:cNvSpPr txBox="1"/>
          <p:nvPr>
            <p:ph idx="14" type="subTitle"/>
          </p:nvPr>
        </p:nvSpPr>
        <p:spPr>
          <a:xfrm>
            <a:off x="5770400" y="2107338"/>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62" name="Google Shape;362;p51"/>
          <p:cNvSpPr txBox="1"/>
          <p:nvPr>
            <p:ph idx="15" type="title"/>
          </p:nvPr>
        </p:nvSpPr>
        <p:spPr>
          <a:xfrm>
            <a:off x="4731200" y="2107338"/>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63" name="Google Shape;363;p51"/>
          <p:cNvSpPr txBox="1"/>
          <p:nvPr>
            <p:ph idx="16" type="subTitle"/>
          </p:nvPr>
        </p:nvSpPr>
        <p:spPr>
          <a:xfrm>
            <a:off x="5770400" y="2945975"/>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64" name="Google Shape;364;p51"/>
          <p:cNvSpPr txBox="1"/>
          <p:nvPr>
            <p:ph idx="17" type="title"/>
          </p:nvPr>
        </p:nvSpPr>
        <p:spPr>
          <a:xfrm>
            <a:off x="4731200" y="2945975"/>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
        <p:nvSpPr>
          <p:cNvPr id="365" name="Google Shape;365;p51"/>
          <p:cNvSpPr txBox="1"/>
          <p:nvPr>
            <p:ph idx="18" type="subTitle"/>
          </p:nvPr>
        </p:nvSpPr>
        <p:spPr>
          <a:xfrm>
            <a:off x="5770400" y="3784650"/>
            <a:ext cx="2531400" cy="61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366" name="Google Shape;366;p51"/>
          <p:cNvSpPr txBox="1"/>
          <p:nvPr>
            <p:ph idx="19" type="title"/>
          </p:nvPr>
        </p:nvSpPr>
        <p:spPr>
          <a:xfrm>
            <a:off x="4731200" y="3784650"/>
            <a:ext cx="1039200" cy="61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700"/>
              <a:buNone/>
              <a:defRPr>
                <a:solidFill>
                  <a:schemeClr val="accent1"/>
                </a:solidFill>
              </a:defRPr>
            </a:lvl1pPr>
            <a:lvl2pPr lvl="1"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a:lnSpc>
                <a:spcPct val="100000"/>
              </a:lnSpc>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Title and two columns 4">
    <p:spTree>
      <p:nvGrpSpPr>
        <p:cNvPr id="367" name="Shape 367"/>
        <p:cNvGrpSpPr/>
        <p:nvPr/>
      </p:nvGrpSpPr>
      <p:grpSpPr>
        <a:xfrm>
          <a:off x="0" y="0"/>
          <a:ext cx="0" cy="0"/>
          <a:chOff x="0" y="0"/>
          <a:chExt cx="0" cy="0"/>
        </a:xfrm>
      </p:grpSpPr>
      <p:pic>
        <p:nvPicPr>
          <p:cNvPr id="368" name="Google Shape;368;p52"/>
          <p:cNvPicPr preferRelativeResize="0"/>
          <p:nvPr/>
        </p:nvPicPr>
        <p:blipFill rotWithShape="1">
          <a:blip r:embed="rId2">
            <a:alphaModFix amt="57000"/>
          </a:blip>
          <a:srcRect b="0" l="0" r="0" t="0"/>
          <a:stretch/>
        </p:blipFill>
        <p:spPr>
          <a:xfrm rot="10800000">
            <a:off x="-2510" y="1"/>
            <a:ext cx="9144000" cy="5143500"/>
          </a:xfrm>
          <a:prstGeom prst="rect">
            <a:avLst/>
          </a:prstGeom>
          <a:noFill/>
          <a:ln>
            <a:noFill/>
          </a:ln>
        </p:spPr>
      </p:pic>
      <p:pic>
        <p:nvPicPr>
          <p:cNvPr id="369" name="Google Shape;369;p52"/>
          <p:cNvPicPr preferRelativeResize="0"/>
          <p:nvPr/>
        </p:nvPicPr>
        <p:blipFill rotWithShape="1">
          <a:blip r:embed="rId3">
            <a:alphaModFix amt="34000"/>
          </a:blip>
          <a:srcRect b="0" l="0" r="0" t="0"/>
          <a:stretch/>
        </p:blipFill>
        <p:spPr>
          <a:xfrm flipH="1" rot="10800000">
            <a:off x="7202803" y="-1179375"/>
            <a:ext cx="2662825" cy="2707948"/>
          </a:xfrm>
          <a:prstGeom prst="rect">
            <a:avLst/>
          </a:prstGeom>
          <a:noFill/>
          <a:ln>
            <a:noFill/>
          </a:ln>
        </p:spPr>
      </p:pic>
      <p:pic>
        <p:nvPicPr>
          <p:cNvPr id="370" name="Google Shape;370;p52"/>
          <p:cNvPicPr preferRelativeResize="0"/>
          <p:nvPr/>
        </p:nvPicPr>
        <p:blipFill rotWithShape="1">
          <a:blip r:embed="rId4">
            <a:alphaModFix amt="41000"/>
          </a:blip>
          <a:srcRect b="0" l="0" r="0" t="0"/>
          <a:stretch/>
        </p:blipFill>
        <p:spPr>
          <a:xfrm rot="10800000">
            <a:off x="-1525138" y="3310951"/>
            <a:ext cx="3878551" cy="3944100"/>
          </a:xfrm>
          <a:prstGeom prst="rect">
            <a:avLst/>
          </a:prstGeom>
          <a:noFill/>
          <a:ln>
            <a:noFill/>
          </a:ln>
        </p:spPr>
      </p:pic>
      <p:sp>
        <p:nvSpPr>
          <p:cNvPr id="371" name="Google Shape;371;p52"/>
          <p:cNvSpPr txBox="1"/>
          <p:nvPr>
            <p:ph idx="1" type="subTitle"/>
          </p:nvPr>
        </p:nvSpPr>
        <p:spPr>
          <a:xfrm>
            <a:off x="715100" y="2006400"/>
            <a:ext cx="3785700" cy="238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372" name="Google Shape;372;p52"/>
          <p:cNvSpPr txBox="1"/>
          <p:nvPr>
            <p:ph idx="2" type="subTitle"/>
          </p:nvPr>
        </p:nvSpPr>
        <p:spPr>
          <a:xfrm>
            <a:off x="4638325" y="2006400"/>
            <a:ext cx="3785700" cy="238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373" name="Google Shape;373;p52"/>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74" name="Google Shape;374;p52"/>
          <p:cNvSpPr txBox="1"/>
          <p:nvPr>
            <p:ph idx="3" type="title"/>
          </p:nvPr>
        </p:nvSpPr>
        <p:spPr>
          <a:xfrm>
            <a:off x="715100" y="1298675"/>
            <a:ext cx="3785700" cy="420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5" name="Google Shape;375;p52"/>
          <p:cNvSpPr txBox="1"/>
          <p:nvPr>
            <p:ph idx="4" type="title"/>
          </p:nvPr>
        </p:nvSpPr>
        <p:spPr>
          <a:xfrm>
            <a:off x="4638325" y="1298675"/>
            <a:ext cx="3785700" cy="420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1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 and three columns">
    <p:spTree>
      <p:nvGrpSpPr>
        <p:cNvPr id="376" name="Shape 376"/>
        <p:cNvGrpSpPr/>
        <p:nvPr/>
      </p:nvGrpSpPr>
      <p:grpSpPr>
        <a:xfrm>
          <a:off x="0" y="0"/>
          <a:ext cx="0" cy="0"/>
          <a:chOff x="0" y="0"/>
          <a:chExt cx="0" cy="0"/>
        </a:xfrm>
      </p:grpSpPr>
      <p:pic>
        <p:nvPicPr>
          <p:cNvPr id="377" name="Google Shape;377;p53"/>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78" name="Google Shape;378;p53"/>
          <p:cNvPicPr preferRelativeResize="0"/>
          <p:nvPr/>
        </p:nvPicPr>
        <p:blipFill rotWithShape="1">
          <a:blip r:embed="rId3">
            <a:alphaModFix amt="15000"/>
          </a:blip>
          <a:srcRect b="0" l="0" r="0" t="0"/>
          <a:stretch/>
        </p:blipFill>
        <p:spPr>
          <a:xfrm flipH="1" rot="10800000">
            <a:off x="0" y="2027045"/>
            <a:ext cx="9144003" cy="3116462"/>
          </a:xfrm>
          <a:prstGeom prst="rect">
            <a:avLst/>
          </a:prstGeom>
          <a:noFill/>
          <a:ln>
            <a:noFill/>
          </a:ln>
        </p:spPr>
      </p:pic>
      <p:sp>
        <p:nvSpPr>
          <p:cNvPr id="379" name="Google Shape;379;p53"/>
          <p:cNvSpPr txBox="1"/>
          <p:nvPr>
            <p:ph type="title"/>
          </p:nvPr>
        </p:nvSpPr>
        <p:spPr>
          <a:xfrm>
            <a:off x="720000" y="2285844"/>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80" name="Google Shape;380;p53"/>
          <p:cNvSpPr txBox="1"/>
          <p:nvPr>
            <p:ph idx="1" type="subTitle"/>
          </p:nvPr>
        </p:nvSpPr>
        <p:spPr>
          <a:xfrm>
            <a:off x="720000" y="3006517"/>
            <a:ext cx="2336400" cy="11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1" name="Google Shape;381;p53"/>
          <p:cNvSpPr txBox="1"/>
          <p:nvPr>
            <p:ph idx="2" type="title"/>
          </p:nvPr>
        </p:nvSpPr>
        <p:spPr>
          <a:xfrm>
            <a:off x="3403800" y="2285844"/>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82" name="Google Shape;382;p53"/>
          <p:cNvSpPr txBox="1"/>
          <p:nvPr>
            <p:ph idx="3" type="subTitle"/>
          </p:nvPr>
        </p:nvSpPr>
        <p:spPr>
          <a:xfrm>
            <a:off x="3403800" y="3006517"/>
            <a:ext cx="2336400" cy="11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3" name="Google Shape;383;p53"/>
          <p:cNvSpPr txBox="1"/>
          <p:nvPr>
            <p:ph idx="4" type="title"/>
          </p:nvPr>
        </p:nvSpPr>
        <p:spPr>
          <a:xfrm>
            <a:off x="6087600" y="2285844"/>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84" name="Google Shape;384;p53"/>
          <p:cNvSpPr txBox="1"/>
          <p:nvPr>
            <p:ph idx="5" type="subTitle"/>
          </p:nvPr>
        </p:nvSpPr>
        <p:spPr>
          <a:xfrm>
            <a:off x="6087600" y="3006517"/>
            <a:ext cx="2336400" cy="11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atin typeface="Quicksand"/>
                <a:ea typeface="Quicksand"/>
                <a:cs typeface="Quicksand"/>
                <a:sym typeface="Quicksa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5" name="Google Shape;385;p53"/>
          <p:cNvSpPr txBox="1"/>
          <p:nvPr>
            <p:ph idx="6"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Title and three columns 1">
    <p:spTree>
      <p:nvGrpSpPr>
        <p:cNvPr id="386" name="Shape 386"/>
        <p:cNvGrpSpPr/>
        <p:nvPr/>
      </p:nvGrpSpPr>
      <p:grpSpPr>
        <a:xfrm>
          <a:off x="0" y="0"/>
          <a:ext cx="0" cy="0"/>
          <a:chOff x="0" y="0"/>
          <a:chExt cx="0" cy="0"/>
        </a:xfrm>
      </p:grpSpPr>
      <p:pic>
        <p:nvPicPr>
          <p:cNvPr id="387" name="Google Shape;387;p5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388" name="Google Shape;388;p54"/>
          <p:cNvSpPr txBox="1"/>
          <p:nvPr>
            <p:ph type="title"/>
          </p:nvPr>
        </p:nvSpPr>
        <p:spPr>
          <a:xfrm>
            <a:off x="717125" y="2594825"/>
            <a:ext cx="2356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89" name="Google Shape;389;p54"/>
          <p:cNvSpPr txBox="1"/>
          <p:nvPr>
            <p:ph idx="1" type="subTitle"/>
          </p:nvPr>
        </p:nvSpPr>
        <p:spPr>
          <a:xfrm>
            <a:off x="719988" y="3312525"/>
            <a:ext cx="2356500" cy="1117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0" name="Google Shape;390;p54"/>
          <p:cNvSpPr txBox="1"/>
          <p:nvPr>
            <p:ph idx="2" type="title"/>
          </p:nvPr>
        </p:nvSpPr>
        <p:spPr>
          <a:xfrm>
            <a:off x="3395188" y="2594900"/>
            <a:ext cx="2356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1" name="Google Shape;391;p54"/>
          <p:cNvSpPr txBox="1"/>
          <p:nvPr>
            <p:ph idx="3" type="subTitle"/>
          </p:nvPr>
        </p:nvSpPr>
        <p:spPr>
          <a:xfrm>
            <a:off x="3395188" y="3312600"/>
            <a:ext cx="2356500" cy="1117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2" name="Google Shape;392;p54"/>
          <p:cNvSpPr txBox="1"/>
          <p:nvPr>
            <p:ph idx="4" type="title"/>
          </p:nvPr>
        </p:nvSpPr>
        <p:spPr>
          <a:xfrm>
            <a:off x="6070363" y="2594900"/>
            <a:ext cx="2356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3" name="Google Shape;393;p54"/>
          <p:cNvSpPr txBox="1"/>
          <p:nvPr>
            <p:ph idx="5" type="subTitle"/>
          </p:nvPr>
        </p:nvSpPr>
        <p:spPr>
          <a:xfrm>
            <a:off x="6070363" y="3312150"/>
            <a:ext cx="2356500" cy="1117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4" name="Google Shape;394;p54"/>
          <p:cNvSpPr txBox="1"/>
          <p:nvPr>
            <p:ph idx="6"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pic>
        <p:nvPicPr>
          <p:cNvPr id="395" name="Google Shape;395;p54"/>
          <p:cNvPicPr preferRelativeResize="0"/>
          <p:nvPr/>
        </p:nvPicPr>
        <p:blipFill rotWithShape="1">
          <a:blip r:embed="rId3">
            <a:alphaModFix amt="32000"/>
          </a:blip>
          <a:srcRect b="0" l="0" r="0" t="0"/>
          <a:stretch/>
        </p:blipFill>
        <p:spPr>
          <a:xfrm>
            <a:off x="-1019777" y="-1847072"/>
            <a:ext cx="2313025" cy="2519726"/>
          </a:xfrm>
          <a:prstGeom prst="rect">
            <a:avLst/>
          </a:prstGeom>
          <a:noFill/>
          <a:ln>
            <a:noFill/>
          </a:ln>
        </p:spPr>
      </p:pic>
      <p:pic>
        <p:nvPicPr>
          <p:cNvPr id="396" name="Google Shape;396;p54"/>
          <p:cNvPicPr preferRelativeResize="0"/>
          <p:nvPr/>
        </p:nvPicPr>
        <p:blipFill rotWithShape="1">
          <a:blip r:embed="rId4">
            <a:alphaModFix amt="30000"/>
          </a:blip>
          <a:srcRect b="0" l="0" r="0" t="0"/>
          <a:stretch/>
        </p:blipFill>
        <p:spPr>
          <a:xfrm>
            <a:off x="6988285" y="-2018700"/>
            <a:ext cx="2881223" cy="292987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Title and three columns 2">
    <p:spTree>
      <p:nvGrpSpPr>
        <p:cNvPr id="397" name="Shape 397"/>
        <p:cNvGrpSpPr/>
        <p:nvPr/>
      </p:nvGrpSpPr>
      <p:grpSpPr>
        <a:xfrm>
          <a:off x="0" y="0"/>
          <a:ext cx="0" cy="0"/>
          <a:chOff x="0" y="0"/>
          <a:chExt cx="0" cy="0"/>
        </a:xfrm>
      </p:grpSpPr>
      <p:pic>
        <p:nvPicPr>
          <p:cNvPr id="398" name="Google Shape;398;p55"/>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399" name="Google Shape;399;p55"/>
          <p:cNvPicPr preferRelativeResize="0"/>
          <p:nvPr/>
        </p:nvPicPr>
        <p:blipFill rotWithShape="1">
          <a:blip r:embed="rId3">
            <a:alphaModFix amt="35000"/>
          </a:blip>
          <a:srcRect b="0" l="0" r="0" t="0"/>
          <a:stretch/>
        </p:blipFill>
        <p:spPr>
          <a:xfrm rot="-702089">
            <a:off x="-734167" y="792101"/>
            <a:ext cx="7717137" cy="5143502"/>
          </a:xfrm>
          <a:prstGeom prst="rect">
            <a:avLst/>
          </a:prstGeom>
          <a:noFill/>
          <a:ln>
            <a:noFill/>
          </a:ln>
        </p:spPr>
      </p:pic>
      <p:sp>
        <p:nvSpPr>
          <p:cNvPr id="400" name="Google Shape;400;p55"/>
          <p:cNvSpPr txBox="1"/>
          <p:nvPr>
            <p:ph type="title"/>
          </p:nvPr>
        </p:nvSpPr>
        <p:spPr>
          <a:xfrm>
            <a:off x="720000" y="25485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1" name="Google Shape;401;p55"/>
          <p:cNvSpPr txBox="1"/>
          <p:nvPr>
            <p:ph idx="1" type="subTitle"/>
          </p:nvPr>
        </p:nvSpPr>
        <p:spPr>
          <a:xfrm>
            <a:off x="924600" y="3266225"/>
            <a:ext cx="1927200" cy="93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2" name="Google Shape;402;p55"/>
          <p:cNvSpPr txBox="1"/>
          <p:nvPr>
            <p:ph idx="2" type="title"/>
          </p:nvPr>
        </p:nvSpPr>
        <p:spPr>
          <a:xfrm>
            <a:off x="3403800" y="25485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3" name="Google Shape;403;p55"/>
          <p:cNvSpPr txBox="1"/>
          <p:nvPr>
            <p:ph idx="3" type="subTitle"/>
          </p:nvPr>
        </p:nvSpPr>
        <p:spPr>
          <a:xfrm>
            <a:off x="3608400" y="3266225"/>
            <a:ext cx="1927200" cy="93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 name="Google Shape;404;p55"/>
          <p:cNvSpPr txBox="1"/>
          <p:nvPr>
            <p:ph idx="4" type="title"/>
          </p:nvPr>
        </p:nvSpPr>
        <p:spPr>
          <a:xfrm>
            <a:off x="6087600" y="25485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5" name="Google Shape;405;p55"/>
          <p:cNvSpPr txBox="1"/>
          <p:nvPr>
            <p:ph idx="5" type="subTitle"/>
          </p:nvPr>
        </p:nvSpPr>
        <p:spPr>
          <a:xfrm>
            <a:off x="6292200" y="3266225"/>
            <a:ext cx="1927200" cy="93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6" name="Google Shape;406;p55"/>
          <p:cNvSpPr txBox="1"/>
          <p:nvPr>
            <p:ph idx="6"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Title and three columns 3">
    <p:spTree>
      <p:nvGrpSpPr>
        <p:cNvPr id="407" name="Shape 407"/>
        <p:cNvGrpSpPr/>
        <p:nvPr/>
      </p:nvGrpSpPr>
      <p:grpSpPr>
        <a:xfrm>
          <a:off x="0" y="0"/>
          <a:ext cx="0" cy="0"/>
          <a:chOff x="0" y="0"/>
          <a:chExt cx="0" cy="0"/>
        </a:xfrm>
      </p:grpSpPr>
      <p:pic>
        <p:nvPicPr>
          <p:cNvPr id="408" name="Google Shape;408;p56"/>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409" name="Google Shape;409;p56"/>
          <p:cNvGrpSpPr/>
          <p:nvPr/>
        </p:nvGrpSpPr>
        <p:grpSpPr>
          <a:xfrm>
            <a:off x="-2630527" y="-1513088"/>
            <a:ext cx="13086687" cy="8065885"/>
            <a:chOff x="-2630527" y="-1513088"/>
            <a:chExt cx="13086687" cy="8065885"/>
          </a:xfrm>
        </p:grpSpPr>
        <p:pic>
          <p:nvPicPr>
            <p:cNvPr id="410" name="Google Shape;410;p56"/>
            <p:cNvPicPr preferRelativeResize="0"/>
            <p:nvPr/>
          </p:nvPicPr>
          <p:blipFill rotWithShape="1">
            <a:blip r:embed="rId3">
              <a:alphaModFix amt="30000"/>
            </a:blip>
            <a:srcRect b="0" l="0" r="0" t="0"/>
            <a:stretch/>
          </p:blipFill>
          <p:spPr>
            <a:xfrm flipH="1" rot="8851044">
              <a:off x="-1601951" y="1388001"/>
              <a:ext cx="3042426" cy="4716799"/>
            </a:xfrm>
            <a:prstGeom prst="rect">
              <a:avLst/>
            </a:prstGeom>
            <a:noFill/>
            <a:ln>
              <a:noFill/>
            </a:ln>
          </p:spPr>
        </p:pic>
        <p:pic>
          <p:nvPicPr>
            <p:cNvPr id="411" name="Google Shape;411;p56"/>
            <p:cNvPicPr preferRelativeResize="0"/>
            <p:nvPr/>
          </p:nvPicPr>
          <p:blipFill rotWithShape="1">
            <a:blip r:embed="rId4">
              <a:alphaModFix amt="13000"/>
            </a:blip>
            <a:srcRect b="0" l="0" r="0" t="0"/>
            <a:stretch/>
          </p:blipFill>
          <p:spPr>
            <a:xfrm rot="-5400000">
              <a:off x="7611947" y="-1658325"/>
              <a:ext cx="2698976" cy="2989450"/>
            </a:xfrm>
            <a:prstGeom prst="rect">
              <a:avLst/>
            </a:prstGeom>
            <a:noFill/>
            <a:ln>
              <a:noFill/>
            </a:ln>
          </p:spPr>
        </p:pic>
        <p:pic>
          <p:nvPicPr>
            <p:cNvPr id="412" name="Google Shape;412;p56"/>
            <p:cNvPicPr preferRelativeResize="0"/>
            <p:nvPr/>
          </p:nvPicPr>
          <p:blipFill rotWithShape="1">
            <a:blip r:embed="rId5">
              <a:alphaModFix amt="41000"/>
            </a:blip>
            <a:srcRect b="0" l="0" r="0" t="0"/>
            <a:stretch/>
          </p:blipFill>
          <p:spPr>
            <a:xfrm>
              <a:off x="1090275" y="95587"/>
              <a:ext cx="432124" cy="439424"/>
            </a:xfrm>
            <a:prstGeom prst="rect">
              <a:avLst/>
            </a:prstGeom>
            <a:noFill/>
            <a:ln>
              <a:noFill/>
            </a:ln>
          </p:spPr>
        </p:pic>
        <p:pic>
          <p:nvPicPr>
            <p:cNvPr id="413" name="Google Shape;413;p56"/>
            <p:cNvPicPr preferRelativeResize="0"/>
            <p:nvPr/>
          </p:nvPicPr>
          <p:blipFill rotWithShape="1">
            <a:blip r:embed="rId6">
              <a:alphaModFix amt="38000"/>
            </a:blip>
            <a:srcRect b="0" l="0" r="0" t="0"/>
            <a:stretch/>
          </p:blipFill>
          <p:spPr>
            <a:xfrm flipH="1">
              <a:off x="169348" y="471744"/>
              <a:ext cx="920927" cy="936530"/>
            </a:xfrm>
            <a:prstGeom prst="rect">
              <a:avLst/>
            </a:prstGeom>
            <a:noFill/>
            <a:ln>
              <a:noFill/>
            </a:ln>
          </p:spPr>
        </p:pic>
      </p:grpSp>
      <p:sp>
        <p:nvSpPr>
          <p:cNvPr id="414" name="Google Shape;414;p56"/>
          <p:cNvSpPr txBox="1"/>
          <p:nvPr>
            <p:ph type="title"/>
          </p:nvPr>
        </p:nvSpPr>
        <p:spPr>
          <a:xfrm>
            <a:off x="872400" y="3320062"/>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15" name="Google Shape;415;p56"/>
          <p:cNvSpPr txBox="1"/>
          <p:nvPr>
            <p:ph idx="1" type="subTitle"/>
          </p:nvPr>
        </p:nvSpPr>
        <p:spPr>
          <a:xfrm>
            <a:off x="872400" y="4042273"/>
            <a:ext cx="2336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6" name="Google Shape;416;p56"/>
          <p:cNvSpPr txBox="1"/>
          <p:nvPr>
            <p:ph idx="2" type="title"/>
          </p:nvPr>
        </p:nvSpPr>
        <p:spPr>
          <a:xfrm>
            <a:off x="3403800" y="3320062"/>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17" name="Google Shape;417;p56"/>
          <p:cNvSpPr txBox="1"/>
          <p:nvPr>
            <p:ph idx="3" type="subTitle"/>
          </p:nvPr>
        </p:nvSpPr>
        <p:spPr>
          <a:xfrm>
            <a:off x="3403800" y="4042273"/>
            <a:ext cx="2336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8" name="Google Shape;418;p56"/>
          <p:cNvSpPr txBox="1"/>
          <p:nvPr>
            <p:ph idx="4" type="title"/>
          </p:nvPr>
        </p:nvSpPr>
        <p:spPr>
          <a:xfrm>
            <a:off x="5935200" y="3320062"/>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19" name="Google Shape;419;p56"/>
          <p:cNvSpPr txBox="1"/>
          <p:nvPr>
            <p:ph idx="5" type="subTitle"/>
          </p:nvPr>
        </p:nvSpPr>
        <p:spPr>
          <a:xfrm>
            <a:off x="5935200" y="4042273"/>
            <a:ext cx="2336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0" name="Google Shape;420;p56"/>
          <p:cNvSpPr txBox="1"/>
          <p:nvPr>
            <p:ph idx="6" type="title"/>
          </p:nvPr>
        </p:nvSpPr>
        <p:spPr>
          <a:xfrm>
            <a:off x="720000" y="535000"/>
            <a:ext cx="77040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 and four columns">
    <p:spTree>
      <p:nvGrpSpPr>
        <p:cNvPr id="421" name="Shape 421"/>
        <p:cNvGrpSpPr/>
        <p:nvPr/>
      </p:nvGrpSpPr>
      <p:grpSpPr>
        <a:xfrm>
          <a:off x="0" y="0"/>
          <a:ext cx="0" cy="0"/>
          <a:chOff x="0" y="0"/>
          <a:chExt cx="0" cy="0"/>
        </a:xfrm>
      </p:grpSpPr>
      <p:pic>
        <p:nvPicPr>
          <p:cNvPr id="422" name="Google Shape;422;p57"/>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423" name="Google Shape;423;p57"/>
          <p:cNvGrpSpPr/>
          <p:nvPr/>
        </p:nvGrpSpPr>
        <p:grpSpPr>
          <a:xfrm flipH="1" rot="10800000">
            <a:off x="-1846501" y="-1386399"/>
            <a:ext cx="11304529" cy="8107960"/>
            <a:chOff x="-1846501" y="-1386399"/>
            <a:chExt cx="11304529" cy="8107960"/>
          </a:xfrm>
        </p:grpSpPr>
        <p:pic>
          <p:nvPicPr>
            <p:cNvPr id="424" name="Google Shape;424;p57"/>
            <p:cNvPicPr preferRelativeResize="0"/>
            <p:nvPr/>
          </p:nvPicPr>
          <p:blipFill rotWithShape="1">
            <a:blip r:embed="rId3">
              <a:alphaModFix amt="27000"/>
            </a:blip>
            <a:srcRect b="0" l="0" r="0" t="0"/>
            <a:stretch/>
          </p:blipFill>
          <p:spPr>
            <a:xfrm>
              <a:off x="6686275" y="-1386399"/>
              <a:ext cx="2771753" cy="2736575"/>
            </a:xfrm>
            <a:prstGeom prst="rect">
              <a:avLst/>
            </a:prstGeom>
            <a:noFill/>
            <a:ln>
              <a:noFill/>
            </a:ln>
          </p:spPr>
        </p:pic>
        <p:pic>
          <p:nvPicPr>
            <p:cNvPr id="425" name="Google Shape;425;p57"/>
            <p:cNvPicPr preferRelativeResize="0"/>
            <p:nvPr/>
          </p:nvPicPr>
          <p:blipFill rotWithShape="1">
            <a:blip r:embed="rId4">
              <a:alphaModFix amt="34000"/>
            </a:blip>
            <a:srcRect b="0" l="0" r="0" t="0"/>
            <a:stretch/>
          </p:blipFill>
          <p:spPr>
            <a:xfrm rot="5203858">
              <a:off x="-1631029" y="3518279"/>
              <a:ext cx="2980001" cy="3246294"/>
            </a:xfrm>
            <a:prstGeom prst="rect">
              <a:avLst/>
            </a:prstGeom>
            <a:noFill/>
            <a:ln>
              <a:noFill/>
            </a:ln>
          </p:spPr>
        </p:pic>
      </p:grpSp>
      <p:sp>
        <p:nvSpPr>
          <p:cNvPr id="426" name="Google Shape;426;p57"/>
          <p:cNvSpPr txBox="1"/>
          <p:nvPr>
            <p:ph type="title"/>
          </p:nvPr>
        </p:nvSpPr>
        <p:spPr>
          <a:xfrm>
            <a:off x="727925" y="2425524"/>
            <a:ext cx="17979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27" name="Google Shape;427;p57"/>
          <p:cNvSpPr txBox="1"/>
          <p:nvPr>
            <p:ph idx="1" type="subTitle"/>
          </p:nvPr>
        </p:nvSpPr>
        <p:spPr>
          <a:xfrm>
            <a:off x="825875" y="3148057"/>
            <a:ext cx="1602000" cy="80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8" name="Google Shape;428;p57"/>
          <p:cNvSpPr txBox="1"/>
          <p:nvPr>
            <p:ph idx="2" type="title"/>
          </p:nvPr>
        </p:nvSpPr>
        <p:spPr>
          <a:xfrm>
            <a:off x="4659975" y="2425524"/>
            <a:ext cx="17979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29" name="Google Shape;429;p57"/>
          <p:cNvSpPr txBox="1"/>
          <p:nvPr>
            <p:ph idx="3" type="subTitle"/>
          </p:nvPr>
        </p:nvSpPr>
        <p:spPr>
          <a:xfrm>
            <a:off x="4757925" y="3148057"/>
            <a:ext cx="1602000" cy="80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0" name="Google Shape;430;p57"/>
          <p:cNvSpPr txBox="1"/>
          <p:nvPr>
            <p:ph idx="4" type="title"/>
          </p:nvPr>
        </p:nvSpPr>
        <p:spPr>
          <a:xfrm>
            <a:off x="2693950" y="2425524"/>
            <a:ext cx="17979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31" name="Google Shape;431;p57"/>
          <p:cNvSpPr txBox="1"/>
          <p:nvPr>
            <p:ph idx="5" type="subTitle"/>
          </p:nvPr>
        </p:nvSpPr>
        <p:spPr>
          <a:xfrm>
            <a:off x="2791900" y="3148057"/>
            <a:ext cx="1602000" cy="80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2" name="Google Shape;432;p57"/>
          <p:cNvSpPr txBox="1"/>
          <p:nvPr>
            <p:ph idx="6" type="title"/>
          </p:nvPr>
        </p:nvSpPr>
        <p:spPr>
          <a:xfrm>
            <a:off x="6626000" y="2425524"/>
            <a:ext cx="17979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33" name="Google Shape;433;p57"/>
          <p:cNvSpPr txBox="1"/>
          <p:nvPr>
            <p:ph idx="7" type="subTitle"/>
          </p:nvPr>
        </p:nvSpPr>
        <p:spPr>
          <a:xfrm>
            <a:off x="6723950" y="3148057"/>
            <a:ext cx="1602000" cy="80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4" name="Google Shape;434;p57"/>
          <p:cNvSpPr txBox="1"/>
          <p:nvPr>
            <p:ph idx="8"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 and six columns">
    <p:spTree>
      <p:nvGrpSpPr>
        <p:cNvPr id="435" name="Shape 435"/>
        <p:cNvGrpSpPr/>
        <p:nvPr/>
      </p:nvGrpSpPr>
      <p:grpSpPr>
        <a:xfrm>
          <a:off x="0" y="0"/>
          <a:ext cx="0" cy="0"/>
          <a:chOff x="0" y="0"/>
          <a:chExt cx="0" cy="0"/>
        </a:xfrm>
      </p:grpSpPr>
      <p:pic>
        <p:nvPicPr>
          <p:cNvPr id="436" name="Google Shape;436;p58"/>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437" name="Google Shape;437;p58"/>
          <p:cNvGrpSpPr/>
          <p:nvPr/>
        </p:nvGrpSpPr>
        <p:grpSpPr>
          <a:xfrm>
            <a:off x="-891002" y="-1475725"/>
            <a:ext cx="10578909" cy="2929874"/>
            <a:chOff x="-891002" y="-1228775"/>
            <a:chExt cx="10578909" cy="2929874"/>
          </a:xfrm>
        </p:grpSpPr>
        <p:pic>
          <p:nvPicPr>
            <p:cNvPr id="438" name="Google Shape;438;p58"/>
            <p:cNvPicPr preferRelativeResize="0"/>
            <p:nvPr/>
          </p:nvPicPr>
          <p:blipFill rotWithShape="1">
            <a:blip r:embed="rId3">
              <a:alphaModFix amt="29000"/>
            </a:blip>
            <a:srcRect b="0" l="0" r="0" t="0"/>
            <a:stretch/>
          </p:blipFill>
          <p:spPr>
            <a:xfrm>
              <a:off x="-891002" y="-1228775"/>
              <a:ext cx="2881223" cy="2929874"/>
            </a:xfrm>
            <a:prstGeom prst="rect">
              <a:avLst/>
            </a:prstGeom>
            <a:noFill/>
            <a:ln>
              <a:noFill/>
            </a:ln>
          </p:spPr>
        </p:pic>
        <p:pic>
          <p:nvPicPr>
            <p:cNvPr id="439" name="Google Shape;439;p58"/>
            <p:cNvPicPr preferRelativeResize="0"/>
            <p:nvPr/>
          </p:nvPicPr>
          <p:blipFill rotWithShape="1">
            <a:blip r:embed="rId4">
              <a:alphaModFix amt="43000"/>
            </a:blip>
            <a:srcRect b="0" l="0" r="0" t="0"/>
            <a:stretch/>
          </p:blipFill>
          <p:spPr>
            <a:xfrm rot="4408896">
              <a:off x="7465724" y="-1122075"/>
              <a:ext cx="1486300" cy="2644623"/>
            </a:xfrm>
            <a:prstGeom prst="rect">
              <a:avLst/>
            </a:prstGeom>
            <a:noFill/>
            <a:ln>
              <a:noFill/>
            </a:ln>
          </p:spPr>
        </p:pic>
      </p:grpSp>
      <p:sp>
        <p:nvSpPr>
          <p:cNvPr id="440" name="Google Shape;440;p58"/>
          <p:cNvSpPr txBox="1"/>
          <p:nvPr>
            <p:ph type="title"/>
          </p:nvPr>
        </p:nvSpPr>
        <p:spPr>
          <a:xfrm>
            <a:off x="720000" y="1663614"/>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1" name="Google Shape;441;p58"/>
          <p:cNvSpPr txBox="1"/>
          <p:nvPr>
            <p:ph idx="1" type="subTitle"/>
          </p:nvPr>
        </p:nvSpPr>
        <p:spPr>
          <a:xfrm>
            <a:off x="720000" y="214418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2" name="Google Shape;442;p58"/>
          <p:cNvSpPr txBox="1"/>
          <p:nvPr>
            <p:ph idx="2" type="title"/>
          </p:nvPr>
        </p:nvSpPr>
        <p:spPr>
          <a:xfrm>
            <a:off x="3419269" y="1663614"/>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3" name="Google Shape;443;p58"/>
          <p:cNvSpPr txBox="1"/>
          <p:nvPr>
            <p:ph idx="3" type="subTitle"/>
          </p:nvPr>
        </p:nvSpPr>
        <p:spPr>
          <a:xfrm>
            <a:off x="3419269" y="214418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4" name="Google Shape;444;p58"/>
          <p:cNvSpPr txBox="1"/>
          <p:nvPr>
            <p:ph idx="4" type="title"/>
          </p:nvPr>
        </p:nvSpPr>
        <p:spPr>
          <a:xfrm>
            <a:off x="720000"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5" name="Google Shape;445;p58"/>
          <p:cNvSpPr txBox="1"/>
          <p:nvPr>
            <p:ph idx="5" type="subTitle"/>
          </p:nvPr>
        </p:nvSpPr>
        <p:spPr>
          <a:xfrm>
            <a:off x="720000"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6" name="Google Shape;446;p58"/>
          <p:cNvSpPr txBox="1"/>
          <p:nvPr>
            <p:ph idx="6" type="title"/>
          </p:nvPr>
        </p:nvSpPr>
        <p:spPr>
          <a:xfrm>
            <a:off x="3419269"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7" name="Google Shape;447;p58"/>
          <p:cNvSpPr txBox="1"/>
          <p:nvPr>
            <p:ph idx="7" type="subTitle"/>
          </p:nvPr>
        </p:nvSpPr>
        <p:spPr>
          <a:xfrm>
            <a:off x="3419269"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8" name="Google Shape;448;p58"/>
          <p:cNvSpPr txBox="1"/>
          <p:nvPr>
            <p:ph idx="8" type="title"/>
          </p:nvPr>
        </p:nvSpPr>
        <p:spPr>
          <a:xfrm>
            <a:off x="6118545" y="1663614"/>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49" name="Google Shape;449;p58"/>
          <p:cNvSpPr txBox="1"/>
          <p:nvPr>
            <p:ph idx="9" type="subTitle"/>
          </p:nvPr>
        </p:nvSpPr>
        <p:spPr>
          <a:xfrm>
            <a:off x="6118545" y="214418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0" name="Google Shape;450;p58"/>
          <p:cNvSpPr txBox="1"/>
          <p:nvPr>
            <p:ph idx="13" type="title"/>
          </p:nvPr>
        </p:nvSpPr>
        <p:spPr>
          <a:xfrm>
            <a:off x="6118545"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1" name="Google Shape;451;p58"/>
          <p:cNvSpPr txBox="1"/>
          <p:nvPr>
            <p:ph idx="14" type="subTitle"/>
          </p:nvPr>
        </p:nvSpPr>
        <p:spPr>
          <a:xfrm>
            <a:off x="6118545"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2" name="Google Shape;452;p58"/>
          <p:cNvSpPr txBox="1"/>
          <p:nvPr>
            <p:ph idx="15"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 and four columns 1">
    <p:spTree>
      <p:nvGrpSpPr>
        <p:cNvPr id="453" name="Shape 453"/>
        <p:cNvGrpSpPr/>
        <p:nvPr/>
      </p:nvGrpSpPr>
      <p:grpSpPr>
        <a:xfrm>
          <a:off x="0" y="0"/>
          <a:ext cx="0" cy="0"/>
          <a:chOff x="0" y="0"/>
          <a:chExt cx="0" cy="0"/>
        </a:xfrm>
      </p:grpSpPr>
      <p:pic>
        <p:nvPicPr>
          <p:cNvPr id="454" name="Google Shape;454;p59"/>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455" name="Google Shape;455;p59"/>
          <p:cNvGrpSpPr/>
          <p:nvPr/>
        </p:nvGrpSpPr>
        <p:grpSpPr>
          <a:xfrm>
            <a:off x="-1203759" y="-1310750"/>
            <a:ext cx="10783080" cy="7374679"/>
            <a:chOff x="-1203759" y="-1063800"/>
            <a:chExt cx="10783080" cy="7374679"/>
          </a:xfrm>
        </p:grpSpPr>
        <p:pic>
          <p:nvPicPr>
            <p:cNvPr id="456" name="Google Shape;456;p59"/>
            <p:cNvPicPr preferRelativeResize="0"/>
            <p:nvPr/>
          </p:nvPicPr>
          <p:blipFill rotWithShape="1">
            <a:blip r:embed="rId3">
              <a:alphaModFix amt="29000"/>
            </a:blip>
            <a:srcRect b="0" l="0" r="0" t="0"/>
            <a:stretch/>
          </p:blipFill>
          <p:spPr>
            <a:xfrm>
              <a:off x="6698098" y="-1063800"/>
              <a:ext cx="2881223" cy="2929874"/>
            </a:xfrm>
            <a:prstGeom prst="rect">
              <a:avLst/>
            </a:prstGeom>
            <a:noFill/>
            <a:ln>
              <a:noFill/>
            </a:ln>
          </p:spPr>
        </p:pic>
        <p:pic>
          <p:nvPicPr>
            <p:cNvPr id="457" name="Google Shape;457;p59"/>
            <p:cNvPicPr preferRelativeResize="0"/>
            <p:nvPr/>
          </p:nvPicPr>
          <p:blipFill rotWithShape="1">
            <a:blip r:embed="rId4">
              <a:alphaModFix amt="43000"/>
            </a:blip>
            <a:srcRect b="0" l="0" r="0" t="0"/>
            <a:stretch/>
          </p:blipFill>
          <p:spPr>
            <a:xfrm rot="4408896">
              <a:off x="-467876" y="3900125"/>
              <a:ext cx="1486300" cy="2644623"/>
            </a:xfrm>
            <a:prstGeom prst="rect">
              <a:avLst/>
            </a:prstGeom>
            <a:noFill/>
            <a:ln>
              <a:noFill/>
            </a:ln>
          </p:spPr>
        </p:pic>
      </p:grpSp>
      <p:sp>
        <p:nvSpPr>
          <p:cNvPr id="458" name="Google Shape;458;p59"/>
          <p:cNvSpPr txBox="1"/>
          <p:nvPr>
            <p:ph type="title"/>
          </p:nvPr>
        </p:nvSpPr>
        <p:spPr>
          <a:xfrm>
            <a:off x="1911900" y="1663614"/>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59" name="Google Shape;459;p59"/>
          <p:cNvSpPr txBox="1"/>
          <p:nvPr>
            <p:ph idx="1" type="subTitle"/>
          </p:nvPr>
        </p:nvSpPr>
        <p:spPr>
          <a:xfrm>
            <a:off x="1911900" y="214418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0" name="Google Shape;460;p59"/>
          <p:cNvSpPr txBox="1"/>
          <p:nvPr>
            <p:ph idx="2" type="title"/>
          </p:nvPr>
        </p:nvSpPr>
        <p:spPr>
          <a:xfrm>
            <a:off x="4926594" y="1663614"/>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1" name="Google Shape;461;p59"/>
          <p:cNvSpPr txBox="1"/>
          <p:nvPr>
            <p:ph idx="3" type="subTitle"/>
          </p:nvPr>
        </p:nvSpPr>
        <p:spPr>
          <a:xfrm>
            <a:off x="4926594" y="214418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2" name="Google Shape;462;p59"/>
          <p:cNvSpPr txBox="1"/>
          <p:nvPr>
            <p:ph idx="4" type="title"/>
          </p:nvPr>
        </p:nvSpPr>
        <p:spPr>
          <a:xfrm>
            <a:off x="1911900"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3" name="Google Shape;463;p59"/>
          <p:cNvSpPr txBox="1"/>
          <p:nvPr>
            <p:ph idx="5" type="subTitle"/>
          </p:nvPr>
        </p:nvSpPr>
        <p:spPr>
          <a:xfrm>
            <a:off x="1911900"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4" name="Google Shape;464;p59"/>
          <p:cNvSpPr txBox="1"/>
          <p:nvPr>
            <p:ph idx="6" type="title"/>
          </p:nvPr>
        </p:nvSpPr>
        <p:spPr>
          <a:xfrm>
            <a:off x="4926594"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65" name="Google Shape;465;p59"/>
          <p:cNvSpPr txBox="1"/>
          <p:nvPr>
            <p:ph idx="7" type="subTitle"/>
          </p:nvPr>
        </p:nvSpPr>
        <p:spPr>
          <a:xfrm>
            <a:off x="4926594"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6" name="Google Shape;466;p59"/>
          <p:cNvSpPr txBox="1"/>
          <p:nvPr>
            <p:ph idx="8"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Title and four columns 2">
    <p:spTree>
      <p:nvGrpSpPr>
        <p:cNvPr id="467" name="Shape 467"/>
        <p:cNvGrpSpPr/>
        <p:nvPr/>
      </p:nvGrpSpPr>
      <p:grpSpPr>
        <a:xfrm>
          <a:off x="0" y="0"/>
          <a:ext cx="0" cy="0"/>
          <a:chOff x="0" y="0"/>
          <a:chExt cx="0" cy="0"/>
        </a:xfrm>
      </p:grpSpPr>
      <p:sp>
        <p:nvSpPr>
          <p:cNvPr id="468" name="Google Shape;468;p60"/>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469" name="Google Shape;469;p60"/>
          <p:cNvSpPr txBox="1"/>
          <p:nvPr>
            <p:ph idx="2" type="title"/>
          </p:nvPr>
        </p:nvSpPr>
        <p:spPr>
          <a:xfrm>
            <a:off x="1104350" y="1345700"/>
            <a:ext cx="28356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70" name="Google Shape;470;p60"/>
          <p:cNvSpPr txBox="1"/>
          <p:nvPr>
            <p:ph idx="1" type="subTitle"/>
          </p:nvPr>
        </p:nvSpPr>
        <p:spPr>
          <a:xfrm>
            <a:off x="716550" y="1905550"/>
            <a:ext cx="3744600" cy="97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400"/>
              <a:buChar char="●"/>
              <a:defRPr sz="1400">
                <a:solidFill>
                  <a:schemeClr val="dk1"/>
                </a:solidFill>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471" name="Google Shape;471;p60"/>
          <p:cNvSpPr txBox="1"/>
          <p:nvPr>
            <p:ph idx="3" type="title"/>
          </p:nvPr>
        </p:nvSpPr>
        <p:spPr>
          <a:xfrm>
            <a:off x="5137350" y="1345700"/>
            <a:ext cx="28356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72" name="Google Shape;472;p60"/>
          <p:cNvSpPr txBox="1"/>
          <p:nvPr>
            <p:ph idx="4" type="subTitle"/>
          </p:nvPr>
        </p:nvSpPr>
        <p:spPr>
          <a:xfrm>
            <a:off x="4682850" y="1905550"/>
            <a:ext cx="3744600" cy="97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400"/>
              <a:buChar char="●"/>
              <a:defRPr sz="1400">
                <a:solidFill>
                  <a:schemeClr val="dk1"/>
                </a:solidFill>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473" name="Google Shape;473;p60"/>
          <p:cNvSpPr txBox="1"/>
          <p:nvPr>
            <p:ph idx="5" type="title"/>
          </p:nvPr>
        </p:nvSpPr>
        <p:spPr>
          <a:xfrm>
            <a:off x="1104350" y="2974525"/>
            <a:ext cx="28356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74" name="Google Shape;474;p60"/>
          <p:cNvSpPr txBox="1"/>
          <p:nvPr>
            <p:ph idx="6" type="subTitle"/>
          </p:nvPr>
        </p:nvSpPr>
        <p:spPr>
          <a:xfrm>
            <a:off x="716550" y="3534375"/>
            <a:ext cx="3744600" cy="97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400"/>
              <a:buChar char="●"/>
              <a:defRPr sz="1400">
                <a:solidFill>
                  <a:schemeClr val="dk1"/>
                </a:solidFill>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475" name="Google Shape;475;p60"/>
          <p:cNvSpPr txBox="1"/>
          <p:nvPr>
            <p:ph idx="7" type="title"/>
          </p:nvPr>
        </p:nvSpPr>
        <p:spPr>
          <a:xfrm>
            <a:off x="5137350" y="2974525"/>
            <a:ext cx="28356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76" name="Google Shape;476;p60"/>
          <p:cNvSpPr txBox="1"/>
          <p:nvPr>
            <p:ph idx="8" type="subTitle"/>
          </p:nvPr>
        </p:nvSpPr>
        <p:spPr>
          <a:xfrm>
            <a:off x="4682850" y="3534375"/>
            <a:ext cx="3744600" cy="97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400"/>
              <a:buChar char="●"/>
              <a:defRPr sz="1400">
                <a:solidFill>
                  <a:schemeClr val="dk1"/>
                </a:solidFill>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grpSp>
        <p:nvGrpSpPr>
          <p:cNvPr id="477" name="Google Shape;477;p60"/>
          <p:cNvGrpSpPr/>
          <p:nvPr/>
        </p:nvGrpSpPr>
        <p:grpSpPr>
          <a:xfrm flipH="1" rot="10800000">
            <a:off x="-891002" y="-794254"/>
            <a:ext cx="10578909" cy="3143404"/>
            <a:chOff x="-891002" y="-1020125"/>
            <a:chExt cx="10578909" cy="3143404"/>
          </a:xfrm>
        </p:grpSpPr>
        <p:pic>
          <p:nvPicPr>
            <p:cNvPr id="478" name="Google Shape;478;p60"/>
            <p:cNvPicPr preferRelativeResize="0"/>
            <p:nvPr/>
          </p:nvPicPr>
          <p:blipFill rotWithShape="1">
            <a:blip r:embed="rId2">
              <a:alphaModFix amt="29000"/>
            </a:blip>
            <a:srcRect b="0" l="0" r="0" t="0"/>
            <a:stretch/>
          </p:blipFill>
          <p:spPr>
            <a:xfrm>
              <a:off x="-891002" y="-1020125"/>
              <a:ext cx="2881223" cy="2929874"/>
            </a:xfrm>
            <a:prstGeom prst="rect">
              <a:avLst/>
            </a:prstGeom>
            <a:noFill/>
            <a:ln>
              <a:noFill/>
            </a:ln>
          </p:spPr>
        </p:pic>
        <p:pic>
          <p:nvPicPr>
            <p:cNvPr id="479" name="Google Shape;479;p60"/>
            <p:cNvPicPr preferRelativeResize="0"/>
            <p:nvPr/>
          </p:nvPicPr>
          <p:blipFill rotWithShape="1">
            <a:blip r:embed="rId3">
              <a:alphaModFix amt="43000"/>
            </a:blip>
            <a:srcRect b="0" l="0" r="0" t="0"/>
            <a:stretch/>
          </p:blipFill>
          <p:spPr>
            <a:xfrm rot="4408896">
              <a:off x="7465724" y="-287475"/>
              <a:ext cx="1486300" cy="2644623"/>
            </a:xfrm>
            <a:prstGeom prst="rect">
              <a:avLst/>
            </a:prstGeom>
            <a:noFill/>
            <a:ln>
              <a:noFill/>
            </a:ln>
          </p:spPr>
        </p:pic>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Title and five columns">
    <p:spTree>
      <p:nvGrpSpPr>
        <p:cNvPr id="480" name="Shape 480"/>
        <p:cNvGrpSpPr/>
        <p:nvPr/>
      </p:nvGrpSpPr>
      <p:grpSpPr>
        <a:xfrm>
          <a:off x="0" y="0"/>
          <a:ext cx="0" cy="0"/>
          <a:chOff x="0" y="0"/>
          <a:chExt cx="0" cy="0"/>
        </a:xfrm>
      </p:grpSpPr>
      <p:pic>
        <p:nvPicPr>
          <p:cNvPr id="481" name="Google Shape;481;p61"/>
          <p:cNvPicPr preferRelativeResize="0"/>
          <p:nvPr/>
        </p:nvPicPr>
        <p:blipFill rotWithShape="1">
          <a:blip r:embed="rId2">
            <a:alphaModFix amt="57000"/>
          </a:blip>
          <a:srcRect b="0" l="0" r="0" t="0"/>
          <a:stretch/>
        </p:blipFill>
        <p:spPr>
          <a:xfrm flipH="1" rot="10800000">
            <a:off x="0" y="0"/>
            <a:ext cx="9144000" cy="5143500"/>
          </a:xfrm>
          <a:prstGeom prst="rect">
            <a:avLst/>
          </a:prstGeom>
          <a:noFill/>
          <a:ln>
            <a:noFill/>
          </a:ln>
        </p:spPr>
      </p:pic>
      <p:grpSp>
        <p:nvGrpSpPr>
          <p:cNvPr id="482" name="Google Shape;482;p61"/>
          <p:cNvGrpSpPr/>
          <p:nvPr/>
        </p:nvGrpSpPr>
        <p:grpSpPr>
          <a:xfrm flipH="1" rot="10800000">
            <a:off x="-891002" y="3689351"/>
            <a:ext cx="10578909" cy="2929874"/>
            <a:chOff x="-891002" y="-1228775"/>
            <a:chExt cx="10578909" cy="2929874"/>
          </a:xfrm>
        </p:grpSpPr>
        <p:pic>
          <p:nvPicPr>
            <p:cNvPr id="483" name="Google Shape;483;p61"/>
            <p:cNvPicPr preferRelativeResize="0"/>
            <p:nvPr/>
          </p:nvPicPr>
          <p:blipFill rotWithShape="1">
            <a:blip r:embed="rId3">
              <a:alphaModFix amt="29000"/>
            </a:blip>
            <a:srcRect b="0" l="0" r="0" t="0"/>
            <a:stretch/>
          </p:blipFill>
          <p:spPr>
            <a:xfrm>
              <a:off x="-891002" y="-1228775"/>
              <a:ext cx="2881223" cy="2929874"/>
            </a:xfrm>
            <a:prstGeom prst="rect">
              <a:avLst/>
            </a:prstGeom>
            <a:noFill/>
            <a:ln>
              <a:noFill/>
            </a:ln>
          </p:spPr>
        </p:pic>
        <p:pic>
          <p:nvPicPr>
            <p:cNvPr id="484" name="Google Shape;484;p61"/>
            <p:cNvPicPr preferRelativeResize="0"/>
            <p:nvPr/>
          </p:nvPicPr>
          <p:blipFill rotWithShape="1">
            <a:blip r:embed="rId4">
              <a:alphaModFix amt="43000"/>
            </a:blip>
            <a:srcRect b="0" l="0" r="0" t="0"/>
            <a:stretch/>
          </p:blipFill>
          <p:spPr>
            <a:xfrm rot="4408896">
              <a:off x="7465724" y="-1122075"/>
              <a:ext cx="1486300" cy="2644623"/>
            </a:xfrm>
            <a:prstGeom prst="rect">
              <a:avLst/>
            </a:prstGeom>
            <a:noFill/>
            <a:ln>
              <a:noFill/>
            </a:ln>
          </p:spPr>
        </p:pic>
      </p:grpSp>
      <p:sp>
        <p:nvSpPr>
          <p:cNvPr id="485" name="Google Shape;485;p61"/>
          <p:cNvSpPr txBox="1"/>
          <p:nvPr>
            <p:ph type="title"/>
          </p:nvPr>
        </p:nvSpPr>
        <p:spPr>
          <a:xfrm>
            <a:off x="720000" y="1762539"/>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86" name="Google Shape;486;p61"/>
          <p:cNvSpPr txBox="1"/>
          <p:nvPr>
            <p:ph idx="1" type="subTitle"/>
          </p:nvPr>
        </p:nvSpPr>
        <p:spPr>
          <a:xfrm>
            <a:off x="720000" y="2243110"/>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7" name="Google Shape;487;p61"/>
          <p:cNvSpPr txBox="1"/>
          <p:nvPr>
            <p:ph idx="2" type="title"/>
          </p:nvPr>
        </p:nvSpPr>
        <p:spPr>
          <a:xfrm>
            <a:off x="3419269" y="1762539"/>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88" name="Google Shape;488;p61"/>
          <p:cNvSpPr txBox="1"/>
          <p:nvPr>
            <p:ph idx="3" type="subTitle"/>
          </p:nvPr>
        </p:nvSpPr>
        <p:spPr>
          <a:xfrm>
            <a:off x="3419269" y="2243110"/>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9" name="Google Shape;489;p61"/>
          <p:cNvSpPr txBox="1"/>
          <p:nvPr>
            <p:ph idx="4" type="title"/>
          </p:nvPr>
        </p:nvSpPr>
        <p:spPr>
          <a:xfrm>
            <a:off x="2069638"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90" name="Google Shape;490;p61"/>
          <p:cNvSpPr txBox="1"/>
          <p:nvPr>
            <p:ph idx="5" type="subTitle"/>
          </p:nvPr>
        </p:nvSpPr>
        <p:spPr>
          <a:xfrm>
            <a:off x="2069638"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1" name="Google Shape;491;p61"/>
          <p:cNvSpPr txBox="1"/>
          <p:nvPr>
            <p:ph idx="6" type="title"/>
          </p:nvPr>
        </p:nvSpPr>
        <p:spPr>
          <a:xfrm>
            <a:off x="4768907" y="3507753"/>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92" name="Google Shape;492;p61"/>
          <p:cNvSpPr txBox="1"/>
          <p:nvPr>
            <p:ph idx="7" type="subTitle"/>
          </p:nvPr>
        </p:nvSpPr>
        <p:spPr>
          <a:xfrm>
            <a:off x="4768907" y="3988186"/>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3" name="Google Shape;493;p61"/>
          <p:cNvSpPr txBox="1"/>
          <p:nvPr>
            <p:ph idx="8" type="title"/>
          </p:nvPr>
        </p:nvSpPr>
        <p:spPr>
          <a:xfrm>
            <a:off x="6118545" y="1762539"/>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1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94" name="Google Shape;494;p61"/>
          <p:cNvSpPr txBox="1"/>
          <p:nvPr>
            <p:ph idx="9" type="subTitle"/>
          </p:nvPr>
        </p:nvSpPr>
        <p:spPr>
          <a:xfrm>
            <a:off x="6118545" y="2243110"/>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5" name="Google Shape;495;p61"/>
          <p:cNvSpPr txBox="1"/>
          <p:nvPr>
            <p:ph idx="13"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Numbers and text">
    <p:spTree>
      <p:nvGrpSpPr>
        <p:cNvPr id="496" name="Shape 496"/>
        <p:cNvGrpSpPr/>
        <p:nvPr/>
      </p:nvGrpSpPr>
      <p:grpSpPr>
        <a:xfrm>
          <a:off x="0" y="0"/>
          <a:ext cx="0" cy="0"/>
          <a:chOff x="0" y="0"/>
          <a:chExt cx="0" cy="0"/>
        </a:xfrm>
      </p:grpSpPr>
      <p:pic>
        <p:nvPicPr>
          <p:cNvPr id="497" name="Google Shape;497;p62"/>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498" name="Google Shape;498;p62"/>
          <p:cNvSpPr txBox="1"/>
          <p:nvPr>
            <p:ph type="title"/>
          </p:nvPr>
        </p:nvSpPr>
        <p:spPr>
          <a:xfrm>
            <a:off x="1312156" y="1997213"/>
            <a:ext cx="6561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solidFill>
                  <a:schemeClr val="accent1"/>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499" name="Google Shape;499;p62"/>
          <p:cNvSpPr txBox="1"/>
          <p:nvPr>
            <p:ph idx="1" type="subTitle"/>
          </p:nvPr>
        </p:nvSpPr>
        <p:spPr>
          <a:xfrm>
            <a:off x="1312225" y="4188588"/>
            <a:ext cx="6561900" cy="37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0" name="Google Shape;500;p62"/>
          <p:cNvSpPr txBox="1"/>
          <p:nvPr>
            <p:ph idx="2" type="title"/>
          </p:nvPr>
        </p:nvSpPr>
        <p:spPr>
          <a:xfrm>
            <a:off x="1312144" y="3417513"/>
            <a:ext cx="6561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01" name="Google Shape;501;p62"/>
          <p:cNvSpPr txBox="1"/>
          <p:nvPr>
            <p:ph idx="3" type="subTitle"/>
          </p:nvPr>
        </p:nvSpPr>
        <p:spPr>
          <a:xfrm>
            <a:off x="1312175" y="1289513"/>
            <a:ext cx="6561900" cy="37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2" name="Google Shape;502;p62"/>
          <p:cNvSpPr txBox="1"/>
          <p:nvPr>
            <p:ph idx="4" type="title"/>
          </p:nvPr>
        </p:nvSpPr>
        <p:spPr>
          <a:xfrm>
            <a:off x="1312181" y="576913"/>
            <a:ext cx="6561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03" name="Google Shape;503;p62"/>
          <p:cNvSpPr txBox="1"/>
          <p:nvPr>
            <p:ph idx="5" type="subTitle"/>
          </p:nvPr>
        </p:nvSpPr>
        <p:spPr>
          <a:xfrm>
            <a:off x="1312225" y="2709813"/>
            <a:ext cx="6561900" cy="37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04" name="Google Shape;504;p62"/>
          <p:cNvGrpSpPr/>
          <p:nvPr/>
        </p:nvGrpSpPr>
        <p:grpSpPr>
          <a:xfrm>
            <a:off x="-1956832" y="-1968099"/>
            <a:ext cx="12940132" cy="7885148"/>
            <a:chOff x="-1956832" y="-1968099"/>
            <a:chExt cx="12940132" cy="7885148"/>
          </a:xfrm>
        </p:grpSpPr>
        <p:pic>
          <p:nvPicPr>
            <p:cNvPr id="505" name="Google Shape;505;p62"/>
            <p:cNvPicPr preferRelativeResize="0"/>
            <p:nvPr/>
          </p:nvPicPr>
          <p:blipFill rotWithShape="1">
            <a:blip r:embed="rId3">
              <a:alphaModFix amt="23000"/>
            </a:blip>
            <a:srcRect b="0" l="0" r="0" t="0"/>
            <a:stretch/>
          </p:blipFill>
          <p:spPr>
            <a:xfrm rot="-9618045">
              <a:off x="-1253698" y="364923"/>
              <a:ext cx="3030302" cy="4698001"/>
            </a:xfrm>
            <a:prstGeom prst="rect">
              <a:avLst/>
            </a:prstGeom>
            <a:noFill/>
            <a:ln>
              <a:noFill/>
            </a:ln>
          </p:spPr>
        </p:pic>
        <p:pic>
          <p:nvPicPr>
            <p:cNvPr id="506" name="Google Shape;506;p62"/>
            <p:cNvPicPr preferRelativeResize="0"/>
            <p:nvPr/>
          </p:nvPicPr>
          <p:blipFill rotWithShape="1">
            <a:blip r:embed="rId4">
              <a:alphaModFix amt="29000"/>
            </a:blip>
            <a:srcRect b="0" l="0" r="0" t="0"/>
            <a:stretch/>
          </p:blipFill>
          <p:spPr>
            <a:xfrm>
              <a:off x="7260176" y="-1968099"/>
              <a:ext cx="3723124" cy="7885148"/>
            </a:xfrm>
            <a:prstGeom prst="rect">
              <a:avLst/>
            </a:prstGeom>
            <a:noFill/>
            <a:ln>
              <a:noFill/>
            </a:ln>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Numbers and text 3">
    <p:spTree>
      <p:nvGrpSpPr>
        <p:cNvPr id="507" name="Shape 507"/>
        <p:cNvGrpSpPr/>
        <p:nvPr/>
      </p:nvGrpSpPr>
      <p:grpSpPr>
        <a:xfrm>
          <a:off x="0" y="0"/>
          <a:ext cx="0" cy="0"/>
          <a:chOff x="0" y="0"/>
          <a:chExt cx="0" cy="0"/>
        </a:xfrm>
      </p:grpSpPr>
      <p:pic>
        <p:nvPicPr>
          <p:cNvPr id="508" name="Google Shape;508;p63"/>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509" name="Google Shape;509;p63"/>
          <p:cNvSpPr txBox="1"/>
          <p:nvPr>
            <p:ph type="title"/>
          </p:nvPr>
        </p:nvSpPr>
        <p:spPr>
          <a:xfrm>
            <a:off x="1991075" y="2828050"/>
            <a:ext cx="5204100" cy="82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200"/>
              <a:buNone/>
              <a:defRPr sz="7200">
                <a:solidFill>
                  <a:schemeClr val="accent1"/>
                </a:solidFill>
              </a:defRPr>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510" name="Google Shape;510;p63"/>
          <p:cNvSpPr txBox="1"/>
          <p:nvPr>
            <p:ph idx="1" type="subTitle"/>
          </p:nvPr>
        </p:nvSpPr>
        <p:spPr>
          <a:xfrm>
            <a:off x="1991091" y="1937350"/>
            <a:ext cx="5204100" cy="37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1" name="Google Shape;511;p63"/>
          <p:cNvSpPr txBox="1"/>
          <p:nvPr>
            <p:ph idx="2" type="title"/>
          </p:nvPr>
        </p:nvSpPr>
        <p:spPr>
          <a:xfrm>
            <a:off x="1991100" y="1019650"/>
            <a:ext cx="5204100" cy="82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512" name="Google Shape;512;p63"/>
          <p:cNvSpPr txBox="1"/>
          <p:nvPr>
            <p:ph idx="3" type="subTitle"/>
          </p:nvPr>
        </p:nvSpPr>
        <p:spPr>
          <a:xfrm>
            <a:off x="1991130" y="3745850"/>
            <a:ext cx="5204100" cy="37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513" name="Google Shape;513;p63"/>
          <p:cNvPicPr preferRelativeResize="0"/>
          <p:nvPr/>
        </p:nvPicPr>
        <p:blipFill rotWithShape="1">
          <a:blip r:embed="rId3">
            <a:alphaModFix amt="23000"/>
          </a:blip>
          <a:srcRect b="0" l="0" r="0" t="0"/>
          <a:stretch/>
        </p:blipFill>
        <p:spPr>
          <a:xfrm flipH="1" rot="-1181955">
            <a:off x="-1253698" y="-1113975"/>
            <a:ext cx="3030302" cy="4698001"/>
          </a:xfrm>
          <a:prstGeom prst="rect">
            <a:avLst/>
          </a:prstGeom>
          <a:noFill/>
          <a:ln>
            <a:noFill/>
          </a:ln>
        </p:spPr>
      </p:pic>
      <p:pic>
        <p:nvPicPr>
          <p:cNvPr id="514" name="Google Shape;514;p63"/>
          <p:cNvPicPr preferRelativeResize="0"/>
          <p:nvPr/>
        </p:nvPicPr>
        <p:blipFill rotWithShape="1">
          <a:blip r:embed="rId3">
            <a:alphaModFix amt="23000"/>
          </a:blip>
          <a:srcRect b="0" l="0" r="0" t="0"/>
          <a:stretch/>
        </p:blipFill>
        <p:spPr>
          <a:xfrm flipH="1" rot="2567899">
            <a:off x="7747451" y="1912351"/>
            <a:ext cx="3030303" cy="46980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Numbers and text 1">
    <p:spTree>
      <p:nvGrpSpPr>
        <p:cNvPr id="515" name="Shape 515"/>
        <p:cNvGrpSpPr/>
        <p:nvPr/>
      </p:nvGrpSpPr>
      <p:grpSpPr>
        <a:xfrm>
          <a:off x="0" y="0"/>
          <a:ext cx="0" cy="0"/>
          <a:chOff x="0" y="0"/>
          <a:chExt cx="0" cy="0"/>
        </a:xfrm>
      </p:grpSpPr>
      <p:pic>
        <p:nvPicPr>
          <p:cNvPr id="516" name="Google Shape;516;p6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
        <p:nvSpPr>
          <p:cNvPr id="517" name="Google Shape;517;p64"/>
          <p:cNvSpPr txBox="1"/>
          <p:nvPr>
            <p:ph type="title"/>
          </p:nvPr>
        </p:nvSpPr>
        <p:spPr>
          <a:xfrm>
            <a:off x="3331628" y="1815466"/>
            <a:ext cx="24807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18" name="Google Shape;518;p64"/>
          <p:cNvSpPr txBox="1"/>
          <p:nvPr>
            <p:ph idx="1" type="subTitle"/>
          </p:nvPr>
        </p:nvSpPr>
        <p:spPr>
          <a:xfrm>
            <a:off x="6195725" y="3030175"/>
            <a:ext cx="1985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9" name="Google Shape;519;p64"/>
          <p:cNvSpPr txBox="1"/>
          <p:nvPr>
            <p:ph idx="2" type="title"/>
          </p:nvPr>
        </p:nvSpPr>
        <p:spPr>
          <a:xfrm>
            <a:off x="5948173" y="1815454"/>
            <a:ext cx="24807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20" name="Google Shape;520;p64"/>
          <p:cNvSpPr txBox="1"/>
          <p:nvPr>
            <p:ph idx="3" type="subTitle"/>
          </p:nvPr>
        </p:nvSpPr>
        <p:spPr>
          <a:xfrm>
            <a:off x="962612" y="3030175"/>
            <a:ext cx="1985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1" name="Google Shape;521;p64"/>
          <p:cNvSpPr txBox="1"/>
          <p:nvPr>
            <p:ph idx="4" type="title"/>
          </p:nvPr>
        </p:nvSpPr>
        <p:spPr>
          <a:xfrm>
            <a:off x="715112" y="1844691"/>
            <a:ext cx="24807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22" name="Google Shape;522;p64"/>
          <p:cNvSpPr txBox="1"/>
          <p:nvPr>
            <p:ph idx="5" type="subTitle"/>
          </p:nvPr>
        </p:nvSpPr>
        <p:spPr>
          <a:xfrm>
            <a:off x="3579162" y="3030175"/>
            <a:ext cx="1985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23" name="Google Shape;523;p64"/>
          <p:cNvGrpSpPr/>
          <p:nvPr/>
        </p:nvGrpSpPr>
        <p:grpSpPr>
          <a:xfrm>
            <a:off x="-1923024" y="-1968099"/>
            <a:ext cx="13199162" cy="7885148"/>
            <a:chOff x="-1923024" y="-1968099"/>
            <a:chExt cx="13199162" cy="7885148"/>
          </a:xfrm>
        </p:grpSpPr>
        <p:pic>
          <p:nvPicPr>
            <p:cNvPr id="524" name="Google Shape;524;p64"/>
            <p:cNvPicPr preferRelativeResize="0"/>
            <p:nvPr/>
          </p:nvPicPr>
          <p:blipFill rotWithShape="1">
            <a:blip r:embed="rId3">
              <a:alphaModFix amt="23000"/>
            </a:blip>
            <a:srcRect b="0" l="0" r="0" t="0"/>
            <a:stretch/>
          </p:blipFill>
          <p:spPr>
            <a:xfrm rot="-9618045">
              <a:off x="7542702" y="364923"/>
              <a:ext cx="3030302" cy="4698001"/>
            </a:xfrm>
            <a:prstGeom prst="rect">
              <a:avLst/>
            </a:prstGeom>
            <a:noFill/>
            <a:ln>
              <a:noFill/>
            </a:ln>
          </p:spPr>
        </p:pic>
        <p:pic>
          <p:nvPicPr>
            <p:cNvPr id="525" name="Google Shape;525;p64"/>
            <p:cNvPicPr preferRelativeResize="0"/>
            <p:nvPr/>
          </p:nvPicPr>
          <p:blipFill rotWithShape="1">
            <a:blip r:embed="rId4">
              <a:alphaModFix amt="29000"/>
            </a:blip>
            <a:srcRect b="0" l="0" r="0" t="0"/>
            <a:stretch/>
          </p:blipFill>
          <p:spPr>
            <a:xfrm>
              <a:off x="-1923024" y="-1968099"/>
              <a:ext cx="3723124" cy="7885148"/>
            </a:xfrm>
            <a:prstGeom prst="rect">
              <a:avLst/>
            </a:prstGeom>
            <a:noFill/>
            <a:ln>
              <a:noFill/>
            </a:ln>
          </p:spPr>
        </p:pic>
      </p:grpSp>
      <p:sp>
        <p:nvSpPr>
          <p:cNvPr id="526" name="Google Shape;526;p64"/>
          <p:cNvSpPr txBox="1"/>
          <p:nvPr>
            <p:ph idx="6" type="subTitle"/>
          </p:nvPr>
        </p:nvSpPr>
        <p:spPr>
          <a:xfrm>
            <a:off x="6195725" y="3761146"/>
            <a:ext cx="1985700" cy="70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7" name="Google Shape;527;p64"/>
          <p:cNvSpPr txBox="1"/>
          <p:nvPr>
            <p:ph idx="7" type="subTitle"/>
          </p:nvPr>
        </p:nvSpPr>
        <p:spPr>
          <a:xfrm>
            <a:off x="962612" y="3761145"/>
            <a:ext cx="1985700" cy="70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8" name="Google Shape;528;p64"/>
          <p:cNvSpPr txBox="1"/>
          <p:nvPr>
            <p:ph idx="8" type="subTitle"/>
          </p:nvPr>
        </p:nvSpPr>
        <p:spPr>
          <a:xfrm>
            <a:off x="3579162" y="3761147"/>
            <a:ext cx="1985700" cy="70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9" name="Google Shape;529;p64"/>
          <p:cNvSpPr txBox="1"/>
          <p:nvPr>
            <p:ph idx="9"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Numbers and text 2">
    <p:spTree>
      <p:nvGrpSpPr>
        <p:cNvPr id="530" name="Shape 530"/>
        <p:cNvGrpSpPr/>
        <p:nvPr/>
      </p:nvGrpSpPr>
      <p:grpSpPr>
        <a:xfrm>
          <a:off x="0" y="0"/>
          <a:ext cx="0" cy="0"/>
          <a:chOff x="0" y="0"/>
          <a:chExt cx="0" cy="0"/>
        </a:xfrm>
      </p:grpSpPr>
      <p:pic>
        <p:nvPicPr>
          <p:cNvPr id="531" name="Google Shape;531;p65"/>
          <p:cNvPicPr preferRelativeResize="0"/>
          <p:nvPr/>
        </p:nvPicPr>
        <p:blipFill rotWithShape="1">
          <a:blip r:embed="rId2">
            <a:alphaModFix amt="57000"/>
          </a:blip>
          <a:srcRect b="0" l="0" r="0" t="0"/>
          <a:stretch/>
        </p:blipFill>
        <p:spPr>
          <a:xfrm rot="10800000">
            <a:off x="-11" y="0"/>
            <a:ext cx="9144000" cy="5143500"/>
          </a:xfrm>
          <a:prstGeom prst="rect">
            <a:avLst/>
          </a:prstGeom>
          <a:noFill/>
          <a:ln>
            <a:noFill/>
          </a:ln>
        </p:spPr>
      </p:pic>
      <p:sp>
        <p:nvSpPr>
          <p:cNvPr id="532" name="Google Shape;532;p65"/>
          <p:cNvSpPr txBox="1"/>
          <p:nvPr>
            <p:ph type="title"/>
          </p:nvPr>
        </p:nvSpPr>
        <p:spPr>
          <a:xfrm>
            <a:off x="715101" y="2145000"/>
            <a:ext cx="1293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33" name="Google Shape;533;p65"/>
          <p:cNvSpPr txBox="1"/>
          <p:nvPr>
            <p:ph idx="1" type="subTitle"/>
          </p:nvPr>
        </p:nvSpPr>
        <p:spPr>
          <a:xfrm>
            <a:off x="4889626" y="1344850"/>
            <a:ext cx="16254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4" name="Google Shape;534;p65"/>
          <p:cNvSpPr txBox="1"/>
          <p:nvPr>
            <p:ph idx="2" type="title"/>
          </p:nvPr>
        </p:nvSpPr>
        <p:spPr>
          <a:xfrm>
            <a:off x="715106" y="1344838"/>
            <a:ext cx="1293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35" name="Google Shape;535;p65"/>
          <p:cNvSpPr txBox="1"/>
          <p:nvPr>
            <p:ph idx="3" type="subTitle"/>
          </p:nvPr>
        </p:nvSpPr>
        <p:spPr>
          <a:xfrm>
            <a:off x="4889626" y="2145009"/>
            <a:ext cx="16254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36" name="Google Shape;536;p65"/>
          <p:cNvGrpSpPr/>
          <p:nvPr/>
        </p:nvGrpSpPr>
        <p:grpSpPr>
          <a:xfrm rot="10800000">
            <a:off x="-2743074" y="-793849"/>
            <a:ext cx="13820262" cy="7885148"/>
            <a:chOff x="-1923024" y="-1968099"/>
            <a:chExt cx="13820262" cy="7885148"/>
          </a:xfrm>
        </p:grpSpPr>
        <p:pic>
          <p:nvPicPr>
            <p:cNvPr id="537" name="Google Shape;537;p65"/>
            <p:cNvPicPr preferRelativeResize="0"/>
            <p:nvPr/>
          </p:nvPicPr>
          <p:blipFill rotWithShape="1">
            <a:blip r:embed="rId3">
              <a:alphaModFix amt="23000"/>
            </a:blip>
            <a:srcRect b="0" l="0" r="0" t="0"/>
            <a:stretch/>
          </p:blipFill>
          <p:spPr>
            <a:xfrm rot="-9618045">
              <a:off x="8163802" y="515323"/>
              <a:ext cx="3030302" cy="4698001"/>
            </a:xfrm>
            <a:prstGeom prst="rect">
              <a:avLst/>
            </a:prstGeom>
            <a:noFill/>
            <a:ln>
              <a:noFill/>
            </a:ln>
          </p:spPr>
        </p:pic>
        <p:pic>
          <p:nvPicPr>
            <p:cNvPr id="538" name="Google Shape;538;p65"/>
            <p:cNvPicPr preferRelativeResize="0"/>
            <p:nvPr/>
          </p:nvPicPr>
          <p:blipFill rotWithShape="1">
            <a:blip r:embed="rId4">
              <a:alphaModFix amt="29000"/>
            </a:blip>
            <a:srcRect b="0" l="0" r="0" t="0"/>
            <a:stretch/>
          </p:blipFill>
          <p:spPr>
            <a:xfrm>
              <a:off x="-1923024" y="-1968099"/>
              <a:ext cx="3723124" cy="7885148"/>
            </a:xfrm>
            <a:prstGeom prst="rect">
              <a:avLst/>
            </a:prstGeom>
            <a:noFill/>
            <a:ln>
              <a:noFill/>
            </a:ln>
          </p:spPr>
        </p:pic>
      </p:grpSp>
      <p:sp>
        <p:nvSpPr>
          <p:cNvPr id="539" name="Google Shape;539;p65"/>
          <p:cNvSpPr txBox="1"/>
          <p:nvPr>
            <p:ph idx="4" type="subTitle"/>
          </p:nvPr>
        </p:nvSpPr>
        <p:spPr>
          <a:xfrm>
            <a:off x="6515000" y="1344838"/>
            <a:ext cx="1908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0" name="Google Shape;540;p65"/>
          <p:cNvSpPr txBox="1"/>
          <p:nvPr>
            <p:ph idx="5" type="subTitle"/>
          </p:nvPr>
        </p:nvSpPr>
        <p:spPr>
          <a:xfrm>
            <a:off x="6515000" y="2145000"/>
            <a:ext cx="1908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1" name="Google Shape;541;p65"/>
          <p:cNvSpPr txBox="1"/>
          <p:nvPr>
            <p:ph idx="6"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542" name="Google Shape;542;p65"/>
          <p:cNvSpPr txBox="1"/>
          <p:nvPr>
            <p:ph idx="7" type="title"/>
          </p:nvPr>
        </p:nvSpPr>
        <p:spPr>
          <a:xfrm>
            <a:off x="715101" y="2945150"/>
            <a:ext cx="1293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43" name="Google Shape;543;p65"/>
          <p:cNvSpPr txBox="1"/>
          <p:nvPr>
            <p:ph idx="8" type="subTitle"/>
          </p:nvPr>
        </p:nvSpPr>
        <p:spPr>
          <a:xfrm>
            <a:off x="4889626" y="2945155"/>
            <a:ext cx="16254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4" name="Google Shape;544;p65"/>
          <p:cNvSpPr txBox="1"/>
          <p:nvPr>
            <p:ph idx="9" type="subTitle"/>
          </p:nvPr>
        </p:nvSpPr>
        <p:spPr>
          <a:xfrm>
            <a:off x="6515000" y="2945150"/>
            <a:ext cx="1908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5" name="Google Shape;545;p65"/>
          <p:cNvSpPr txBox="1"/>
          <p:nvPr>
            <p:ph idx="13" type="title"/>
          </p:nvPr>
        </p:nvSpPr>
        <p:spPr>
          <a:xfrm>
            <a:off x="715101" y="3745300"/>
            <a:ext cx="1293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546" name="Google Shape;546;p65"/>
          <p:cNvSpPr txBox="1"/>
          <p:nvPr>
            <p:ph idx="14" type="subTitle"/>
          </p:nvPr>
        </p:nvSpPr>
        <p:spPr>
          <a:xfrm>
            <a:off x="4889626" y="3745301"/>
            <a:ext cx="16254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7" name="Google Shape;547;p65"/>
          <p:cNvSpPr txBox="1"/>
          <p:nvPr>
            <p:ph idx="15" type="subTitle"/>
          </p:nvPr>
        </p:nvSpPr>
        <p:spPr>
          <a:xfrm>
            <a:off x="6515000" y="3745300"/>
            <a:ext cx="1908900" cy="61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Title and four columns 3">
    <p:spTree>
      <p:nvGrpSpPr>
        <p:cNvPr id="548" name="Shape 548"/>
        <p:cNvGrpSpPr/>
        <p:nvPr/>
      </p:nvGrpSpPr>
      <p:grpSpPr>
        <a:xfrm>
          <a:off x="0" y="0"/>
          <a:ext cx="0" cy="0"/>
          <a:chOff x="0" y="0"/>
          <a:chExt cx="0" cy="0"/>
        </a:xfrm>
      </p:grpSpPr>
      <p:sp>
        <p:nvSpPr>
          <p:cNvPr id="549" name="Google Shape;549;p66"/>
          <p:cNvSpPr txBox="1"/>
          <p:nvPr>
            <p:ph type="title"/>
          </p:nvPr>
        </p:nvSpPr>
        <p:spPr>
          <a:xfrm>
            <a:off x="715050" y="535000"/>
            <a:ext cx="7713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3500"/>
              <a:buFont typeface="Josefin Sans"/>
              <a:buNone/>
              <a:defRPr>
                <a:latin typeface="Josefin Sans"/>
                <a:ea typeface="Josefin Sans"/>
                <a:cs typeface="Josefin Sans"/>
                <a:sym typeface="Josefin Sans"/>
              </a:defRPr>
            </a:lvl2pPr>
            <a:lvl3pPr lvl="2" algn="l">
              <a:lnSpc>
                <a:spcPct val="100000"/>
              </a:lnSpc>
              <a:spcBef>
                <a:spcPts val="0"/>
              </a:spcBef>
              <a:spcAft>
                <a:spcPts val="0"/>
              </a:spcAft>
              <a:buSzPts val="3500"/>
              <a:buFont typeface="Josefin Sans"/>
              <a:buNone/>
              <a:defRPr>
                <a:latin typeface="Josefin Sans"/>
                <a:ea typeface="Josefin Sans"/>
                <a:cs typeface="Josefin Sans"/>
                <a:sym typeface="Josefin Sans"/>
              </a:defRPr>
            </a:lvl3pPr>
            <a:lvl4pPr lvl="3" algn="l">
              <a:lnSpc>
                <a:spcPct val="100000"/>
              </a:lnSpc>
              <a:spcBef>
                <a:spcPts val="0"/>
              </a:spcBef>
              <a:spcAft>
                <a:spcPts val="0"/>
              </a:spcAft>
              <a:buSzPts val="3500"/>
              <a:buFont typeface="Josefin Sans"/>
              <a:buNone/>
              <a:defRPr>
                <a:latin typeface="Josefin Sans"/>
                <a:ea typeface="Josefin Sans"/>
                <a:cs typeface="Josefin Sans"/>
                <a:sym typeface="Josefin Sans"/>
              </a:defRPr>
            </a:lvl4pPr>
            <a:lvl5pPr lvl="4" algn="l">
              <a:lnSpc>
                <a:spcPct val="100000"/>
              </a:lnSpc>
              <a:spcBef>
                <a:spcPts val="0"/>
              </a:spcBef>
              <a:spcAft>
                <a:spcPts val="0"/>
              </a:spcAft>
              <a:buSzPts val="3500"/>
              <a:buFont typeface="Josefin Sans"/>
              <a:buNone/>
              <a:defRPr>
                <a:latin typeface="Josefin Sans"/>
                <a:ea typeface="Josefin Sans"/>
                <a:cs typeface="Josefin Sans"/>
                <a:sym typeface="Josefin Sans"/>
              </a:defRPr>
            </a:lvl5pPr>
            <a:lvl6pPr lvl="5" algn="l">
              <a:lnSpc>
                <a:spcPct val="100000"/>
              </a:lnSpc>
              <a:spcBef>
                <a:spcPts val="0"/>
              </a:spcBef>
              <a:spcAft>
                <a:spcPts val="0"/>
              </a:spcAft>
              <a:buSzPts val="3500"/>
              <a:buFont typeface="Josefin Sans"/>
              <a:buNone/>
              <a:defRPr>
                <a:latin typeface="Josefin Sans"/>
                <a:ea typeface="Josefin Sans"/>
                <a:cs typeface="Josefin Sans"/>
                <a:sym typeface="Josefin Sans"/>
              </a:defRPr>
            </a:lvl6pPr>
            <a:lvl7pPr lvl="6" algn="l">
              <a:lnSpc>
                <a:spcPct val="100000"/>
              </a:lnSpc>
              <a:spcBef>
                <a:spcPts val="0"/>
              </a:spcBef>
              <a:spcAft>
                <a:spcPts val="0"/>
              </a:spcAft>
              <a:buSzPts val="3500"/>
              <a:buFont typeface="Josefin Sans"/>
              <a:buNone/>
              <a:defRPr>
                <a:latin typeface="Josefin Sans"/>
                <a:ea typeface="Josefin Sans"/>
                <a:cs typeface="Josefin Sans"/>
                <a:sym typeface="Josefin Sans"/>
              </a:defRPr>
            </a:lvl7pPr>
            <a:lvl8pPr lvl="7" algn="l">
              <a:lnSpc>
                <a:spcPct val="100000"/>
              </a:lnSpc>
              <a:spcBef>
                <a:spcPts val="0"/>
              </a:spcBef>
              <a:spcAft>
                <a:spcPts val="0"/>
              </a:spcAft>
              <a:buSzPts val="3500"/>
              <a:buFont typeface="Josefin Sans"/>
              <a:buNone/>
              <a:defRPr>
                <a:latin typeface="Josefin Sans"/>
                <a:ea typeface="Josefin Sans"/>
                <a:cs typeface="Josefin Sans"/>
                <a:sym typeface="Josefin Sans"/>
              </a:defRPr>
            </a:lvl8pPr>
            <a:lvl9pPr lvl="8" algn="l">
              <a:lnSpc>
                <a:spcPct val="100000"/>
              </a:lnSpc>
              <a:spcBef>
                <a:spcPts val="0"/>
              </a:spcBef>
              <a:spcAft>
                <a:spcPts val="0"/>
              </a:spcAft>
              <a:buSzPts val="3500"/>
              <a:buFont typeface="Josefin Sans"/>
              <a:buNone/>
              <a:defRPr>
                <a:latin typeface="Josefin Sans"/>
                <a:ea typeface="Josefin Sans"/>
                <a:cs typeface="Josefin Sans"/>
                <a:sym typeface="Josefin Sans"/>
              </a:defRPr>
            </a:lvl9pPr>
          </a:lstStyle>
          <a:p/>
        </p:txBody>
      </p:sp>
      <p:sp>
        <p:nvSpPr>
          <p:cNvPr id="550" name="Google Shape;550;p66"/>
          <p:cNvSpPr txBox="1"/>
          <p:nvPr>
            <p:ph idx="2" type="title"/>
          </p:nvPr>
        </p:nvSpPr>
        <p:spPr>
          <a:xfrm>
            <a:off x="883625" y="1489075"/>
            <a:ext cx="170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1" name="Google Shape;551;p66"/>
          <p:cNvSpPr txBox="1"/>
          <p:nvPr>
            <p:ph idx="1" type="subTitle"/>
          </p:nvPr>
        </p:nvSpPr>
        <p:spPr>
          <a:xfrm>
            <a:off x="3080450" y="1489075"/>
            <a:ext cx="37827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2" name="Google Shape;552;p66"/>
          <p:cNvSpPr txBox="1"/>
          <p:nvPr>
            <p:ph idx="3" type="title"/>
          </p:nvPr>
        </p:nvSpPr>
        <p:spPr>
          <a:xfrm>
            <a:off x="883625" y="2307900"/>
            <a:ext cx="170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3" name="Google Shape;553;p66"/>
          <p:cNvSpPr txBox="1"/>
          <p:nvPr>
            <p:ph idx="4" type="subTitle"/>
          </p:nvPr>
        </p:nvSpPr>
        <p:spPr>
          <a:xfrm>
            <a:off x="3080450" y="2307900"/>
            <a:ext cx="37827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4" name="Google Shape;554;p66"/>
          <p:cNvSpPr txBox="1"/>
          <p:nvPr>
            <p:ph idx="5" type="title"/>
          </p:nvPr>
        </p:nvSpPr>
        <p:spPr>
          <a:xfrm>
            <a:off x="883625" y="3126725"/>
            <a:ext cx="170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5" name="Google Shape;555;p66"/>
          <p:cNvSpPr txBox="1"/>
          <p:nvPr>
            <p:ph idx="6" type="subTitle"/>
          </p:nvPr>
        </p:nvSpPr>
        <p:spPr>
          <a:xfrm>
            <a:off x="3080450" y="3126725"/>
            <a:ext cx="37827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6" name="Google Shape;556;p66"/>
          <p:cNvSpPr txBox="1"/>
          <p:nvPr>
            <p:ph idx="7" type="title"/>
          </p:nvPr>
        </p:nvSpPr>
        <p:spPr>
          <a:xfrm>
            <a:off x="883625" y="3945550"/>
            <a:ext cx="170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7" name="Google Shape;557;p66"/>
          <p:cNvSpPr txBox="1"/>
          <p:nvPr>
            <p:ph idx="8" type="subTitle"/>
          </p:nvPr>
        </p:nvSpPr>
        <p:spPr>
          <a:xfrm>
            <a:off x="3080450" y="3945550"/>
            <a:ext cx="37827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Title and text 8">
    <p:spTree>
      <p:nvGrpSpPr>
        <p:cNvPr id="558" name="Shape 558"/>
        <p:cNvGrpSpPr/>
        <p:nvPr/>
      </p:nvGrpSpPr>
      <p:grpSpPr>
        <a:xfrm>
          <a:off x="0" y="0"/>
          <a:ext cx="0" cy="0"/>
          <a:chOff x="0" y="0"/>
          <a:chExt cx="0" cy="0"/>
        </a:xfrm>
      </p:grpSpPr>
      <p:pic>
        <p:nvPicPr>
          <p:cNvPr id="559" name="Google Shape;559;p67"/>
          <p:cNvPicPr preferRelativeResize="0"/>
          <p:nvPr/>
        </p:nvPicPr>
        <p:blipFill rotWithShape="1">
          <a:blip r:embed="rId2">
            <a:alphaModFix amt="57000"/>
          </a:blip>
          <a:srcRect b="0" l="0" r="0" t="0"/>
          <a:stretch/>
        </p:blipFill>
        <p:spPr>
          <a:xfrm rot="10800000">
            <a:off x="2" y="0"/>
            <a:ext cx="9144000" cy="5143500"/>
          </a:xfrm>
          <a:prstGeom prst="rect">
            <a:avLst/>
          </a:prstGeom>
          <a:noFill/>
          <a:ln>
            <a:noFill/>
          </a:ln>
        </p:spPr>
      </p:pic>
      <p:pic>
        <p:nvPicPr>
          <p:cNvPr id="560" name="Google Shape;560;p67"/>
          <p:cNvPicPr preferRelativeResize="0"/>
          <p:nvPr/>
        </p:nvPicPr>
        <p:blipFill rotWithShape="1">
          <a:blip r:embed="rId3">
            <a:alphaModFix amt="16000"/>
          </a:blip>
          <a:srcRect b="0" l="0" r="0" t="0"/>
          <a:stretch/>
        </p:blipFill>
        <p:spPr>
          <a:xfrm rot="10800000">
            <a:off x="0" y="2027050"/>
            <a:ext cx="9144003" cy="3116462"/>
          </a:xfrm>
          <a:prstGeom prst="rect">
            <a:avLst/>
          </a:prstGeom>
          <a:noFill/>
          <a:ln>
            <a:noFill/>
          </a:ln>
        </p:spPr>
      </p:pic>
      <p:sp>
        <p:nvSpPr>
          <p:cNvPr id="561" name="Google Shape;561;p67"/>
          <p:cNvSpPr txBox="1"/>
          <p:nvPr>
            <p:ph type="title"/>
          </p:nvPr>
        </p:nvSpPr>
        <p:spPr>
          <a:xfrm flipH="1">
            <a:off x="2476075" y="1588775"/>
            <a:ext cx="4291200" cy="114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72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62" name="Google Shape;562;p67"/>
          <p:cNvSpPr txBox="1"/>
          <p:nvPr>
            <p:ph idx="1" type="subTitle"/>
          </p:nvPr>
        </p:nvSpPr>
        <p:spPr>
          <a:xfrm flipH="1">
            <a:off x="2476075" y="2968230"/>
            <a:ext cx="4291200" cy="58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Title and text 9">
    <p:spTree>
      <p:nvGrpSpPr>
        <p:cNvPr id="563" name="Shape 563"/>
        <p:cNvGrpSpPr/>
        <p:nvPr/>
      </p:nvGrpSpPr>
      <p:grpSpPr>
        <a:xfrm>
          <a:off x="0" y="0"/>
          <a:ext cx="0" cy="0"/>
          <a:chOff x="0" y="0"/>
          <a:chExt cx="0" cy="0"/>
        </a:xfrm>
      </p:grpSpPr>
      <p:pic>
        <p:nvPicPr>
          <p:cNvPr id="564" name="Google Shape;564;p68"/>
          <p:cNvPicPr preferRelativeResize="0"/>
          <p:nvPr/>
        </p:nvPicPr>
        <p:blipFill rotWithShape="1">
          <a:blip r:embed="rId2">
            <a:alphaModFix amt="57000"/>
          </a:blip>
          <a:srcRect b="0" l="0" r="0" t="0"/>
          <a:stretch/>
        </p:blipFill>
        <p:spPr>
          <a:xfrm rot="10800000">
            <a:off x="2" y="0"/>
            <a:ext cx="9144000" cy="5143500"/>
          </a:xfrm>
          <a:prstGeom prst="rect">
            <a:avLst/>
          </a:prstGeom>
          <a:noFill/>
          <a:ln>
            <a:noFill/>
          </a:ln>
        </p:spPr>
      </p:pic>
      <p:sp>
        <p:nvSpPr>
          <p:cNvPr id="565" name="Google Shape;565;p68"/>
          <p:cNvSpPr txBox="1"/>
          <p:nvPr>
            <p:ph type="title"/>
          </p:nvPr>
        </p:nvSpPr>
        <p:spPr>
          <a:xfrm flipH="1">
            <a:off x="4320775" y="1588775"/>
            <a:ext cx="4110000" cy="114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72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566" name="Google Shape;566;p68"/>
          <p:cNvSpPr txBox="1"/>
          <p:nvPr>
            <p:ph idx="1" type="subTitle"/>
          </p:nvPr>
        </p:nvSpPr>
        <p:spPr>
          <a:xfrm flipH="1">
            <a:off x="4320775" y="2968225"/>
            <a:ext cx="4110000" cy="58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567" name="Google Shape;567;p68"/>
          <p:cNvGrpSpPr/>
          <p:nvPr/>
        </p:nvGrpSpPr>
        <p:grpSpPr>
          <a:xfrm flipH="1" rot="10800000">
            <a:off x="-616659" y="-488554"/>
            <a:ext cx="10865580" cy="6700154"/>
            <a:chOff x="-713684" y="-2669900"/>
            <a:chExt cx="10865580" cy="6700154"/>
          </a:xfrm>
        </p:grpSpPr>
        <p:pic>
          <p:nvPicPr>
            <p:cNvPr id="568" name="Google Shape;568;p68"/>
            <p:cNvPicPr preferRelativeResize="0"/>
            <p:nvPr/>
          </p:nvPicPr>
          <p:blipFill rotWithShape="1">
            <a:blip r:embed="rId3">
              <a:alphaModFix amt="29000"/>
            </a:blip>
            <a:srcRect b="0" l="0" r="0" t="0"/>
            <a:stretch/>
          </p:blipFill>
          <p:spPr>
            <a:xfrm>
              <a:off x="7270673" y="-2669900"/>
              <a:ext cx="2881223" cy="2929874"/>
            </a:xfrm>
            <a:prstGeom prst="rect">
              <a:avLst/>
            </a:prstGeom>
            <a:noFill/>
            <a:ln>
              <a:noFill/>
            </a:ln>
          </p:spPr>
        </p:pic>
        <p:pic>
          <p:nvPicPr>
            <p:cNvPr id="569" name="Google Shape;569;p68"/>
            <p:cNvPicPr preferRelativeResize="0"/>
            <p:nvPr/>
          </p:nvPicPr>
          <p:blipFill rotWithShape="1">
            <a:blip r:embed="rId4">
              <a:alphaModFix amt="43000"/>
            </a:blip>
            <a:srcRect b="0" l="0" r="0" t="0"/>
            <a:stretch/>
          </p:blipFill>
          <p:spPr>
            <a:xfrm rot="4408896">
              <a:off x="22199" y="1619500"/>
              <a:ext cx="1486300" cy="2644623"/>
            </a:xfrm>
            <a:prstGeom prst="rect">
              <a:avLst/>
            </a:prstGeom>
            <a:noFill/>
            <a:ln>
              <a:noFill/>
            </a:ln>
          </p:spPr>
        </p:pic>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0">
  <p:cSld name="Title and text 10">
    <p:spTree>
      <p:nvGrpSpPr>
        <p:cNvPr id="570" name="Shape 570"/>
        <p:cNvGrpSpPr/>
        <p:nvPr/>
      </p:nvGrpSpPr>
      <p:grpSpPr>
        <a:xfrm>
          <a:off x="0" y="0"/>
          <a:ext cx="0" cy="0"/>
          <a:chOff x="0" y="0"/>
          <a:chExt cx="0" cy="0"/>
        </a:xfrm>
      </p:grpSpPr>
      <p:pic>
        <p:nvPicPr>
          <p:cNvPr id="571" name="Google Shape;571;p69"/>
          <p:cNvPicPr preferRelativeResize="0"/>
          <p:nvPr/>
        </p:nvPicPr>
        <p:blipFill rotWithShape="1">
          <a:blip r:embed="rId2">
            <a:alphaModFix amt="57000"/>
          </a:blip>
          <a:srcRect b="0" l="0" r="0" t="0"/>
          <a:stretch/>
        </p:blipFill>
        <p:spPr>
          <a:xfrm rot="10800000">
            <a:off x="2" y="0"/>
            <a:ext cx="9144000" cy="5143500"/>
          </a:xfrm>
          <a:prstGeom prst="rect">
            <a:avLst/>
          </a:prstGeom>
          <a:noFill/>
          <a:ln>
            <a:noFill/>
          </a:ln>
        </p:spPr>
      </p:pic>
      <p:sp>
        <p:nvSpPr>
          <p:cNvPr id="572" name="Google Shape;572;p69"/>
          <p:cNvSpPr txBox="1"/>
          <p:nvPr>
            <p:ph type="title"/>
          </p:nvPr>
        </p:nvSpPr>
        <p:spPr>
          <a:xfrm>
            <a:off x="4408076" y="1740900"/>
            <a:ext cx="28611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73" name="Google Shape;573;p69"/>
          <p:cNvSpPr txBox="1"/>
          <p:nvPr>
            <p:ph idx="1" type="subTitle"/>
          </p:nvPr>
        </p:nvSpPr>
        <p:spPr>
          <a:xfrm>
            <a:off x="4408076" y="2313597"/>
            <a:ext cx="2861100" cy="1089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574" name="Google Shape;574;p69"/>
          <p:cNvGrpSpPr/>
          <p:nvPr/>
        </p:nvGrpSpPr>
        <p:grpSpPr>
          <a:xfrm rot="10800000">
            <a:off x="-891003" y="3689351"/>
            <a:ext cx="10578909" cy="2929874"/>
            <a:chOff x="-891002" y="-1228775"/>
            <a:chExt cx="10578909" cy="2929874"/>
          </a:xfrm>
        </p:grpSpPr>
        <p:pic>
          <p:nvPicPr>
            <p:cNvPr id="575" name="Google Shape;575;p69"/>
            <p:cNvPicPr preferRelativeResize="0"/>
            <p:nvPr/>
          </p:nvPicPr>
          <p:blipFill rotWithShape="1">
            <a:blip r:embed="rId3">
              <a:alphaModFix amt="29000"/>
            </a:blip>
            <a:srcRect b="0" l="0" r="0" t="0"/>
            <a:stretch/>
          </p:blipFill>
          <p:spPr>
            <a:xfrm>
              <a:off x="-891002" y="-1228775"/>
              <a:ext cx="2881223" cy="2929874"/>
            </a:xfrm>
            <a:prstGeom prst="rect">
              <a:avLst/>
            </a:prstGeom>
            <a:noFill/>
            <a:ln>
              <a:noFill/>
            </a:ln>
          </p:spPr>
        </p:pic>
        <p:pic>
          <p:nvPicPr>
            <p:cNvPr id="576" name="Google Shape;576;p69"/>
            <p:cNvPicPr preferRelativeResize="0"/>
            <p:nvPr/>
          </p:nvPicPr>
          <p:blipFill rotWithShape="1">
            <a:blip r:embed="rId4">
              <a:alphaModFix amt="43000"/>
            </a:blip>
            <a:srcRect b="0" l="0" r="0" t="0"/>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Title and text 5">
    <p:spTree>
      <p:nvGrpSpPr>
        <p:cNvPr id="577" name="Shape 577"/>
        <p:cNvGrpSpPr/>
        <p:nvPr/>
      </p:nvGrpSpPr>
      <p:grpSpPr>
        <a:xfrm>
          <a:off x="0" y="0"/>
          <a:ext cx="0" cy="0"/>
          <a:chOff x="0" y="0"/>
          <a:chExt cx="0" cy="0"/>
        </a:xfrm>
      </p:grpSpPr>
      <p:pic>
        <p:nvPicPr>
          <p:cNvPr id="578" name="Google Shape;578;p70"/>
          <p:cNvPicPr preferRelativeResize="0"/>
          <p:nvPr/>
        </p:nvPicPr>
        <p:blipFill rotWithShape="1">
          <a:blip r:embed="rId2">
            <a:alphaModFix amt="57000"/>
          </a:blip>
          <a:srcRect b="0" l="0" r="0" t="0"/>
          <a:stretch/>
        </p:blipFill>
        <p:spPr>
          <a:xfrm rot="10800000">
            <a:off x="3" y="6"/>
            <a:ext cx="9144000" cy="5143500"/>
          </a:xfrm>
          <a:prstGeom prst="rect">
            <a:avLst/>
          </a:prstGeom>
          <a:noFill/>
          <a:ln>
            <a:noFill/>
          </a:ln>
        </p:spPr>
      </p:pic>
      <p:pic>
        <p:nvPicPr>
          <p:cNvPr id="579" name="Google Shape;579;p70"/>
          <p:cNvPicPr preferRelativeResize="0"/>
          <p:nvPr/>
        </p:nvPicPr>
        <p:blipFill rotWithShape="1">
          <a:blip r:embed="rId3">
            <a:alphaModFix amt="16000"/>
          </a:blip>
          <a:srcRect b="0" l="0" r="0" t="0"/>
          <a:stretch/>
        </p:blipFill>
        <p:spPr>
          <a:xfrm flipH="1">
            <a:off x="0" y="0"/>
            <a:ext cx="9144003" cy="3116462"/>
          </a:xfrm>
          <a:prstGeom prst="rect">
            <a:avLst/>
          </a:prstGeom>
          <a:noFill/>
          <a:ln>
            <a:noFill/>
          </a:ln>
        </p:spPr>
      </p:pic>
      <p:sp>
        <p:nvSpPr>
          <p:cNvPr id="580" name="Google Shape;580;p70"/>
          <p:cNvSpPr txBox="1"/>
          <p:nvPr>
            <p:ph idx="1" type="subTitle"/>
          </p:nvPr>
        </p:nvSpPr>
        <p:spPr>
          <a:xfrm>
            <a:off x="2478875" y="3859275"/>
            <a:ext cx="4186200" cy="74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434343"/>
              </a:buClr>
              <a:buSzPts val="1400"/>
              <a:buFont typeface="Anaheim"/>
              <a:buChar char="○"/>
              <a:defRPr>
                <a:solidFill>
                  <a:schemeClr val="dk1"/>
                </a:solidFill>
              </a:defRPr>
            </a:lvl1pPr>
            <a:lvl2pPr lvl="1" algn="ctr">
              <a:lnSpc>
                <a:spcPct val="100000"/>
              </a:lnSpc>
              <a:spcBef>
                <a:spcPts val="1000"/>
              </a:spcBef>
              <a:spcAft>
                <a:spcPts val="0"/>
              </a:spcAft>
              <a:buClr>
                <a:srgbClr val="434343"/>
              </a:buClr>
              <a:buSzPts val="1200"/>
              <a:buFont typeface="Roboto Condensed Light"/>
              <a:buChar char="○"/>
              <a:defRPr/>
            </a:lvl2pPr>
            <a:lvl3pPr lvl="2" algn="ctr">
              <a:lnSpc>
                <a:spcPct val="100000"/>
              </a:lnSpc>
              <a:spcBef>
                <a:spcPts val="0"/>
              </a:spcBef>
              <a:spcAft>
                <a:spcPts val="0"/>
              </a:spcAft>
              <a:buClr>
                <a:srgbClr val="434343"/>
              </a:buClr>
              <a:buSzPts val="1200"/>
              <a:buFont typeface="Roboto Condensed Light"/>
              <a:buChar char="■"/>
              <a:defRPr/>
            </a:lvl3pPr>
            <a:lvl4pPr lvl="3" algn="ctr">
              <a:lnSpc>
                <a:spcPct val="100000"/>
              </a:lnSpc>
              <a:spcBef>
                <a:spcPts val="0"/>
              </a:spcBef>
              <a:spcAft>
                <a:spcPts val="0"/>
              </a:spcAft>
              <a:buClr>
                <a:srgbClr val="434343"/>
              </a:buClr>
              <a:buSzPts val="1200"/>
              <a:buFont typeface="Roboto Condensed Light"/>
              <a:buChar char="●"/>
              <a:defRPr/>
            </a:lvl4pPr>
            <a:lvl5pPr lvl="4" algn="ctr">
              <a:lnSpc>
                <a:spcPct val="100000"/>
              </a:lnSpc>
              <a:spcBef>
                <a:spcPts val="0"/>
              </a:spcBef>
              <a:spcAft>
                <a:spcPts val="0"/>
              </a:spcAft>
              <a:buClr>
                <a:srgbClr val="434343"/>
              </a:buClr>
              <a:buSzPts val="1200"/>
              <a:buFont typeface="Roboto Condensed Light"/>
              <a:buChar char="○"/>
              <a:defRPr/>
            </a:lvl5pPr>
            <a:lvl6pPr lvl="5" algn="ctr">
              <a:lnSpc>
                <a:spcPct val="100000"/>
              </a:lnSpc>
              <a:spcBef>
                <a:spcPts val="0"/>
              </a:spcBef>
              <a:spcAft>
                <a:spcPts val="0"/>
              </a:spcAft>
              <a:buClr>
                <a:srgbClr val="434343"/>
              </a:buClr>
              <a:buSzPts val="1200"/>
              <a:buFont typeface="Roboto Condensed Light"/>
              <a:buChar char="■"/>
              <a:defRPr/>
            </a:lvl6pPr>
            <a:lvl7pPr lvl="6" algn="ctr">
              <a:lnSpc>
                <a:spcPct val="100000"/>
              </a:lnSpc>
              <a:spcBef>
                <a:spcPts val="0"/>
              </a:spcBef>
              <a:spcAft>
                <a:spcPts val="0"/>
              </a:spcAft>
              <a:buClr>
                <a:srgbClr val="434343"/>
              </a:buClr>
              <a:buSzPts val="1200"/>
              <a:buFont typeface="Roboto Condensed Light"/>
              <a:buChar char="●"/>
              <a:defRPr/>
            </a:lvl7pPr>
            <a:lvl8pPr lvl="7" algn="ctr">
              <a:lnSpc>
                <a:spcPct val="100000"/>
              </a:lnSpc>
              <a:spcBef>
                <a:spcPts val="0"/>
              </a:spcBef>
              <a:spcAft>
                <a:spcPts val="0"/>
              </a:spcAft>
              <a:buClr>
                <a:srgbClr val="434343"/>
              </a:buClr>
              <a:buSzPts val="1200"/>
              <a:buFont typeface="Roboto Condensed Light"/>
              <a:buChar char="○"/>
              <a:defRPr/>
            </a:lvl8pPr>
            <a:lvl9pPr lvl="8" algn="ctr">
              <a:lnSpc>
                <a:spcPct val="100000"/>
              </a:lnSpc>
              <a:spcBef>
                <a:spcPts val="0"/>
              </a:spcBef>
              <a:spcAft>
                <a:spcPts val="0"/>
              </a:spcAft>
              <a:buClr>
                <a:srgbClr val="434343"/>
              </a:buClr>
              <a:buSzPts val="1200"/>
              <a:buFont typeface="Roboto Condensed Light"/>
              <a:buChar char="■"/>
              <a:defRPr/>
            </a:lvl9pPr>
          </a:lstStyle>
          <a:p/>
        </p:txBody>
      </p:sp>
      <p:sp>
        <p:nvSpPr>
          <p:cNvPr id="581" name="Google Shape;581;p70"/>
          <p:cNvSpPr txBox="1"/>
          <p:nvPr>
            <p:ph type="title"/>
          </p:nvPr>
        </p:nvSpPr>
        <p:spPr>
          <a:xfrm>
            <a:off x="715100" y="535000"/>
            <a:ext cx="77088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spTree>
      <p:nvGrpSpPr>
        <p:cNvPr id="582" name="Shape 582"/>
        <p:cNvGrpSpPr/>
        <p:nvPr/>
      </p:nvGrpSpPr>
      <p:grpSpPr>
        <a:xfrm>
          <a:off x="0" y="0"/>
          <a:ext cx="0" cy="0"/>
          <a:chOff x="0" y="0"/>
          <a:chExt cx="0" cy="0"/>
        </a:xfrm>
      </p:grpSpPr>
      <p:pic>
        <p:nvPicPr>
          <p:cNvPr id="583" name="Google Shape;583;p71"/>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584" name="Google Shape;584;p71"/>
          <p:cNvPicPr preferRelativeResize="0"/>
          <p:nvPr/>
        </p:nvPicPr>
        <p:blipFill rotWithShape="1">
          <a:blip r:embed="rId3">
            <a:alphaModFix amt="30000"/>
          </a:blip>
          <a:srcRect b="0" l="0" r="0" t="0"/>
          <a:stretch/>
        </p:blipFill>
        <p:spPr>
          <a:xfrm flipH="1">
            <a:off x="-2015" y="-955475"/>
            <a:ext cx="9144003" cy="6098975"/>
          </a:xfrm>
          <a:prstGeom prst="rect">
            <a:avLst/>
          </a:prstGeom>
          <a:noFill/>
          <a:ln>
            <a:noFill/>
          </a:ln>
        </p:spPr>
      </p:pic>
      <p:sp>
        <p:nvSpPr>
          <p:cNvPr id="585" name="Google Shape;585;p71"/>
          <p:cNvSpPr txBox="1"/>
          <p:nvPr>
            <p:ph type="ctrTitle"/>
          </p:nvPr>
        </p:nvSpPr>
        <p:spPr>
          <a:xfrm>
            <a:off x="2429950" y="418979"/>
            <a:ext cx="4284000" cy="997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6" name="Google Shape;586;p71"/>
          <p:cNvSpPr txBox="1"/>
          <p:nvPr>
            <p:ph idx="1" type="subTitle"/>
          </p:nvPr>
        </p:nvSpPr>
        <p:spPr>
          <a:xfrm>
            <a:off x="2425075" y="1659495"/>
            <a:ext cx="4293900" cy="122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87" name="Google Shape;587;p71"/>
          <p:cNvSpPr txBox="1"/>
          <p:nvPr/>
        </p:nvSpPr>
        <p:spPr>
          <a:xfrm>
            <a:off x="2825850" y="3686879"/>
            <a:ext cx="3492300" cy="615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300"/>
              </a:spcBef>
              <a:spcAft>
                <a:spcPts val="0"/>
              </a:spcAft>
              <a:buClr>
                <a:schemeClr val="dk1"/>
              </a:buClr>
              <a:buSzPts val="1200"/>
              <a:buFont typeface="Quicksand"/>
              <a:buNone/>
            </a:pPr>
            <a:r>
              <a:rPr b="0" i="0" lang="en-US" sz="1200" u="none" cap="none" strike="noStrike">
                <a:solidFill>
                  <a:schemeClr val="dk1"/>
                </a:solidFill>
                <a:latin typeface="Quicksand"/>
                <a:ea typeface="Quicksand"/>
                <a:cs typeface="Quicksand"/>
                <a:sym typeface="Quicksand"/>
              </a:rPr>
              <a:t>CREDITS: This presentation template was created by </a:t>
            </a:r>
            <a:r>
              <a:rPr b="0" i="0" lang="en-US" sz="1200" u="none" cap="none" strike="noStrike">
                <a:solidFill>
                  <a:schemeClr val="hlink"/>
                </a:solidFill>
                <a:uFill>
                  <a:noFill/>
                </a:uFill>
                <a:latin typeface="Quicksand"/>
                <a:ea typeface="Quicksand"/>
                <a:cs typeface="Quicksand"/>
                <a:sym typeface="Quicksand"/>
                <a:hlinkClick r:id="rId4"/>
              </a:rPr>
              <a:t>Slidesgo</a:t>
            </a:r>
            <a:r>
              <a:rPr b="0" i="0" lang="en-US" sz="1200" u="none" cap="none" strike="noStrike">
                <a:solidFill>
                  <a:schemeClr val="dk1"/>
                </a:solidFill>
                <a:latin typeface="Quicksand"/>
                <a:ea typeface="Quicksand"/>
                <a:cs typeface="Quicksand"/>
                <a:sym typeface="Quicksand"/>
              </a:rPr>
              <a:t>, including icons by </a:t>
            </a:r>
            <a:r>
              <a:rPr b="0" i="0" lang="en-US" sz="1200" u="none" cap="none" strike="noStrike">
                <a:solidFill>
                  <a:schemeClr val="hlink"/>
                </a:solidFill>
                <a:uFill>
                  <a:noFill/>
                </a:uFill>
                <a:latin typeface="Quicksand"/>
                <a:ea typeface="Quicksand"/>
                <a:cs typeface="Quicksand"/>
                <a:sym typeface="Quicksand"/>
                <a:hlinkClick r:id="rId5"/>
              </a:rPr>
              <a:t>Flaticon</a:t>
            </a:r>
            <a:r>
              <a:rPr b="0" i="0" lang="en-US" sz="1200" u="none" cap="none" strike="noStrike">
                <a:solidFill>
                  <a:schemeClr val="dk1"/>
                </a:solidFill>
                <a:latin typeface="Quicksand"/>
                <a:ea typeface="Quicksand"/>
                <a:cs typeface="Quicksand"/>
                <a:sym typeface="Quicksand"/>
              </a:rPr>
              <a:t> </a:t>
            </a:r>
            <a:r>
              <a:rPr b="0" i="0" lang="en-US" sz="1200" u="none" cap="none" strike="noStrike">
                <a:solidFill>
                  <a:schemeClr val="dk1"/>
                </a:solidFill>
                <a:highlight>
                  <a:srgbClr val="DFDEFC"/>
                </a:highlight>
                <a:latin typeface="Quicksand"/>
                <a:ea typeface="Quicksand"/>
                <a:cs typeface="Quicksand"/>
                <a:sym typeface="Quicksand"/>
              </a:rPr>
              <a:t>and</a:t>
            </a:r>
            <a:r>
              <a:rPr b="0" i="0" lang="en-US" sz="1200" u="none" cap="none" strike="noStrike">
                <a:solidFill>
                  <a:schemeClr val="dk1"/>
                </a:solidFill>
                <a:latin typeface="Quicksand"/>
                <a:ea typeface="Quicksand"/>
                <a:cs typeface="Quicksand"/>
                <a:sym typeface="Quicksand"/>
              </a:rPr>
              <a:t> infographics &amp; images by </a:t>
            </a:r>
            <a:r>
              <a:rPr b="0" i="0" lang="en-US" sz="1200" u="none" cap="none" strike="noStrike">
                <a:solidFill>
                  <a:schemeClr val="hlink"/>
                </a:solidFill>
                <a:uFill>
                  <a:noFill/>
                </a:uFill>
                <a:latin typeface="Quicksand"/>
                <a:ea typeface="Quicksand"/>
                <a:cs typeface="Quicksand"/>
                <a:sym typeface="Quicksand"/>
                <a:hlinkClick r:id="rId6"/>
              </a:rPr>
              <a:t>Freepik</a:t>
            </a:r>
            <a:endParaRPr b="0" i="0" sz="1200" u="none" cap="none" strike="noStrike">
              <a:solidFill>
                <a:schemeClr val="dk1"/>
              </a:solidFill>
              <a:highlight>
                <a:srgbClr val="DFDEFC"/>
              </a:highlight>
              <a:latin typeface="Quicksand"/>
              <a:ea typeface="Quicksand"/>
              <a:cs typeface="Quicksand"/>
              <a:sym typeface="Quicksa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ackground">
    <p:spTree>
      <p:nvGrpSpPr>
        <p:cNvPr id="588" name="Shape 588"/>
        <p:cNvGrpSpPr/>
        <p:nvPr/>
      </p:nvGrpSpPr>
      <p:grpSpPr>
        <a:xfrm>
          <a:off x="0" y="0"/>
          <a:ext cx="0" cy="0"/>
          <a:chOff x="0" y="0"/>
          <a:chExt cx="0" cy="0"/>
        </a:xfrm>
      </p:grpSpPr>
      <p:pic>
        <p:nvPicPr>
          <p:cNvPr id="589" name="Google Shape;589;p72"/>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ackground 1">
    <p:spTree>
      <p:nvGrpSpPr>
        <p:cNvPr id="590" name="Shape 590"/>
        <p:cNvGrpSpPr/>
        <p:nvPr/>
      </p:nvGrpSpPr>
      <p:grpSpPr>
        <a:xfrm>
          <a:off x="0" y="0"/>
          <a:ext cx="0" cy="0"/>
          <a:chOff x="0" y="0"/>
          <a:chExt cx="0" cy="0"/>
        </a:xfrm>
      </p:grpSpPr>
      <p:pic>
        <p:nvPicPr>
          <p:cNvPr id="591" name="Google Shape;591;p73"/>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592" name="Google Shape;592;p73"/>
          <p:cNvGrpSpPr/>
          <p:nvPr/>
        </p:nvGrpSpPr>
        <p:grpSpPr>
          <a:xfrm flipH="1" rot="10800000">
            <a:off x="-1846501" y="-1386399"/>
            <a:ext cx="11304529" cy="8107960"/>
            <a:chOff x="-1846501" y="-1386399"/>
            <a:chExt cx="11304529" cy="8107960"/>
          </a:xfrm>
        </p:grpSpPr>
        <p:pic>
          <p:nvPicPr>
            <p:cNvPr id="593" name="Google Shape;593;p73"/>
            <p:cNvPicPr preferRelativeResize="0"/>
            <p:nvPr/>
          </p:nvPicPr>
          <p:blipFill rotWithShape="1">
            <a:blip r:embed="rId3">
              <a:alphaModFix amt="35000"/>
            </a:blip>
            <a:srcRect b="0" l="0" r="0" t="0"/>
            <a:stretch/>
          </p:blipFill>
          <p:spPr>
            <a:xfrm>
              <a:off x="6686275" y="-1386399"/>
              <a:ext cx="2771753" cy="2736575"/>
            </a:xfrm>
            <a:prstGeom prst="rect">
              <a:avLst/>
            </a:prstGeom>
            <a:noFill/>
            <a:ln>
              <a:noFill/>
            </a:ln>
          </p:spPr>
        </p:pic>
        <p:pic>
          <p:nvPicPr>
            <p:cNvPr id="594" name="Google Shape;594;p73"/>
            <p:cNvPicPr preferRelativeResize="0"/>
            <p:nvPr/>
          </p:nvPicPr>
          <p:blipFill rotWithShape="1">
            <a:blip r:embed="rId4">
              <a:alphaModFix amt="38000"/>
            </a:blip>
            <a:srcRect b="0" l="0" r="0" t="0"/>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ackground 2">
    <p:bg>
      <p:bgPr>
        <a:solidFill>
          <a:schemeClr val="accent1"/>
        </a:solidFill>
      </p:bgPr>
    </p:bg>
    <p:spTree>
      <p:nvGrpSpPr>
        <p:cNvPr id="595" name="Shape 595"/>
        <p:cNvGrpSpPr/>
        <p:nvPr/>
      </p:nvGrpSpPr>
      <p:grpSpPr>
        <a:xfrm>
          <a:off x="0" y="0"/>
          <a:ext cx="0" cy="0"/>
          <a:chOff x="0" y="0"/>
          <a:chExt cx="0" cy="0"/>
        </a:xfrm>
      </p:grpSpPr>
      <p:pic>
        <p:nvPicPr>
          <p:cNvPr id="596" name="Google Shape;596;p74"/>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pic>
        <p:nvPicPr>
          <p:cNvPr id="597" name="Google Shape;597;p74"/>
          <p:cNvPicPr preferRelativeResize="0"/>
          <p:nvPr/>
        </p:nvPicPr>
        <p:blipFill rotWithShape="1">
          <a:blip r:embed="rId3">
            <a:alphaModFix amt="16000"/>
          </a:blip>
          <a:srcRect b="0" l="0" r="0" t="0"/>
          <a:stretch/>
        </p:blipFill>
        <p:spPr>
          <a:xfrm flipH="1" rot="10800000">
            <a:off x="0" y="2027045"/>
            <a:ext cx="9144003" cy="3116462"/>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ackground 3">
    <p:bg>
      <p:bgPr>
        <a:solidFill>
          <a:schemeClr val="lt2"/>
        </a:solidFill>
      </p:bgPr>
    </p:bg>
    <p:spTree>
      <p:nvGrpSpPr>
        <p:cNvPr id="598" name="Shape 598"/>
        <p:cNvGrpSpPr/>
        <p:nvPr/>
      </p:nvGrpSpPr>
      <p:grpSpPr>
        <a:xfrm>
          <a:off x="0" y="0"/>
          <a:ext cx="0" cy="0"/>
          <a:chOff x="0" y="0"/>
          <a:chExt cx="0" cy="0"/>
        </a:xfrm>
      </p:grpSpPr>
      <p:pic>
        <p:nvPicPr>
          <p:cNvPr id="599" name="Google Shape;599;p75"/>
          <p:cNvPicPr preferRelativeResize="0"/>
          <p:nvPr/>
        </p:nvPicPr>
        <p:blipFill rotWithShape="1">
          <a:blip r:embed="rId2">
            <a:alphaModFix amt="57000"/>
          </a:blip>
          <a:srcRect b="0" l="0" r="0" t="0"/>
          <a:stretch/>
        </p:blipFill>
        <p:spPr>
          <a:xfrm>
            <a:off x="0" y="0"/>
            <a:ext cx="9144000" cy="5143500"/>
          </a:xfrm>
          <a:prstGeom prst="rect">
            <a:avLst/>
          </a:prstGeom>
          <a:noFill/>
          <a:ln>
            <a:noFill/>
          </a:ln>
        </p:spPr>
      </p:pic>
      <p:grpSp>
        <p:nvGrpSpPr>
          <p:cNvPr id="600" name="Google Shape;600;p75"/>
          <p:cNvGrpSpPr/>
          <p:nvPr/>
        </p:nvGrpSpPr>
        <p:grpSpPr>
          <a:xfrm>
            <a:off x="-1078049" y="-828306"/>
            <a:ext cx="10800648" cy="6495491"/>
            <a:chOff x="-1078049" y="-828306"/>
            <a:chExt cx="10800648" cy="6495491"/>
          </a:xfrm>
        </p:grpSpPr>
        <p:pic>
          <p:nvPicPr>
            <p:cNvPr id="601" name="Google Shape;601;p75"/>
            <p:cNvPicPr preferRelativeResize="0"/>
            <p:nvPr/>
          </p:nvPicPr>
          <p:blipFill rotWithShape="1">
            <a:blip r:embed="rId3">
              <a:alphaModFix amt="35000"/>
            </a:blip>
            <a:srcRect b="0" l="0" r="0" t="0"/>
            <a:stretch/>
          </p:blipFill>
          <p:spPr>
            <a:xfrm rot="4499998">
              <a:off x="517536" y="-1566832"/>
              <a:ext cx="2446178" cy="5180760"/>
            </a:xfrm>
            <a:prstGeom prst="rect">
              <a:avLst/>
            </a:prstGeom>
            <a:noFill/>
            <a:ln>
              <a:noFill/>
            </a:ln>
          </p:spPr>
        </p:pic>
        <p:pic>
          <p:nvPicPr>
            <p:cNvPr id="602" name="Google Shape;602;p75"/>
            <p:cNvPicPr preferRelativeResize="0"/>
            <p:nvPr/>
          </p:nvPicPr>
          <p:blipFill rotWithShape="1">
            <a:blip r:embed="rId4">
              <a:alphaModFix amt="38000"/>
            </a:blip>
            <a:srcRect b="0" l="0" r="0" t="0"/>
            <a:stretch/>
          </p:blipFill>
          <p:spPr>
            <a:xfrm rot="4932521">
              <a:off x="7662897" y="3595450"/>
              <a:ext cx="1859885" cy="202608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2.xml"/><Relationship Id="rId42" Type="http://schemas.openxmlformats.org/officeDocument/2006/relationships/slideLayout" Target="../slideLayouts/slideLayout54.xml"/><Relationship Id="rId41" Type="http://schemas.openxmlformats.org/officeDocument/2006/relationships/slideLayout" Target="../slideLayouts/slideLayout53.xml"/><Relationship Id="rId44" Type="http://schemas.openxmlformats.org/officeDocument/2006/relationships/slideLayout" Target="../slideLayouts/slideLayout56.xml"/><Relationship Id="rId43" Type="http://schemas.openxmlformats.org/officeDocument/2006/relationships/slideLayout" Target="../slideLayouts/slideLayout55.xml"/><Relationship Id="rId46" Type="http://schemas.openxmlformats.org/officeDocument/2006/relationships/slideLayout" Target="../slideLayouts/slideLayout58.xml"/><Relationship Id="rId45" Type="http://schemas.openxmlformats.org/officeDocument/2006/relationships/slideLayout" Target="../slideLayouts/slideLayout57.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48" Type="http://schemas.openxmlformats.org/officeDocument/2006/relationships/slideLayout" Target="../slideLayouts/slideLayout60.xml"/><Relationship Id="rId47" Type="http://schemas.openxmlformats.org/officeDocument/2006/relationships/slideLayout" Target="../slideLayouts/slideLayout59.xml"/><Relationship Id="rId49" Type="http://schemas.openxmlformats.org/officeDocument/2006/relationships/slideLayout" Target="../slideLayouts/slideLayout6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33" Type="http://schemas.openxmlformats.org/officeDocument/2006/relationships/slideLayout" Target="../slideLayouts/slideLayout45.xml"/><Relationship Id="rId32" Type="http://schemas.openxmlformats.org/officeDocument/2006/relationships/slideLayout" Target="../slideLayouts/slideLayout44.xml"/><Relationship Id="rId35" Type="http://schemas.openxmlformats.org/officeDocument/2006/relationships/slideLayout" Target="../slideLayouts/slideLayout47.xml"/><Relationship Id="rId34" Type="http://schemas.openxmlformats.org/officeDocument/2006/relationships/slideLayout" Target="../slideLayouts/slideLayout46.xml"/><Relationship Id="rId37" Type="http://schemas.openxmlformats.org/officeDocument/2006/relationships/slideLayout" Target="../slideLayouts/slideLayout49.xml"/><Relationship Id="rId36" Type="http://schemas.openxmlformats.org/officeDocument/2006/relationships/slideLayout" Target="../slideLayouts/slideLayout48.xml"/><Relationship Id="rId39" Type="http://schemas.openxmlformats.org/officeDocument/2006/relationships/slideLayout" Target="../slideLayouts/slideLayout51.xml"/><Relationship Id="rId38" Type="http://schemas.openxmlformats.org/officeDocument/2006/relationships/slideLayout" Target="../slideLayouts/slideLayout50.xml"/><Relationship Id="rId62" Type="http://schemas.openxmlformats.org/officeDocument/2006/relationships/theme" Target="../theme/theme1.xml"/><Relationship Id="rId61" Type="http://schemas.openxmlformats.org/officeDocument/2006/relationships/slideLayout" Target="../slideLayouts/slideLayout73.xml"/><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60" Type="http://schemas.openxmlformats.org/officeDocument/2006/relationships/slideLayout" Target="../slideLayouts/slideLayout72.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29" Type="http://schemas.openxmlformats.org/officeDocument/2006/relationships/slideLayout" Target="../slideLayouts/slideLayout41.xml"/><Relationship Id="rId51" Type="http://schemas.openxmlformats.org/officeDocument/2006/relationships/slideLayout" Target="../slideLayouts/slideLayout63.xml"/><Relationship Id="rId50" Type="http://schemas.openxmlformats.org/officeDocument/2006/relationships/slideLayout" Target="../slideLayouts/slideLayout62.xml"/><Relationship Id="rId53" Type="http://schemas.openxmlformats.org/officeDocument/2006/relationships/slideLayout" Target="../slideLayouts/slideLayout65.xml"/><Relationship Id="rId52" Type="http://schemas.openxmlformats.org/officeDocument/2006/relationships/slideLayout" Target="../slideLayouts/slideLayout64.xml"/><Relationship Id="rId11" Type="http://schemas.openxmlformats.org/officeDocument/2006/relationships/slideLayout" Target="../slideLayouts/slideLayout23.xml"/><Relationship Id="rId55" Type="http://schemas.openxmlformats.org/officeDocument/2006/relationships/slideLayout" Target="../slideLayouts/slideLayout67.xml"/><Relationship Id="rId10" Type="http://schemas.openxmlformats.org/officeDocument/2006/relationships/slideLayout" Target="../slideLayouts/slideLayout22.xml"/><Relationship Id="rId54" Type="http://schemas.openxmlformats.org/officeDocument/2006/relationships/slideLayout" Target="../slideLayouts/slideLayout66.xml"/><Relationship Id="rId13" Type="http://schemas.openxmlformats.org/officeDocument/2006/relationships/slideLayout" Target="../slideLayouts/slideLayout25.xml"/><Relationship Id="rId57" Type="http://schemas.openxmlformats.org/officeDocument/2006/relationships/slideLayout" Target="../slideLayouts/slideLayout69.xml"/><Relationship Id="rId12" Type="http://schemas.openxmlformats.org/officeDocument/2006/relationships/slideLayout" Target="../slideLayouts/slideLayout24.xml"/><Relationship Id="rId56" Type="http://schemas.openxmlformats.org/officeDocument/2006/relationships/slideLayout" Target="../slideLayouts/slideLayout68.xml"/><Relationship Id="rId15" Type="http://schemas.openxmlformats.org/officeDocument/2006/relationships/slideLayout" Target="../slideLayouts/slideLayout27.xml"/><Relationship Id="rId59" Type="http://schemas.openxmlformats.org/officeDocument/2006/relationships/slideLayout" Target="../slideLayouts/slideLayout71.xml"/><Relationship Id="rId14" Type="http://schemas.openxmlformats.org/officeDocument/2006/relationships/slideLayout" Target="../slideLayouts/slideLayout26.xml"/><Relationship Id="rId58" Type="http://schemas.openxmlformats.org/officeDocument/2006/relationships/slideLayout" Target="../slideLayouts/slideLayout70.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165590"/>
            <a:ext cx="9144000" cy="1714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 name="Google Shape;7;p1"/>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79730" lvl="0" marL="457200" marR="0" rtl="0" algn="l">
              <a:lnSpc>
                <a:spcPct val="100000"/>
              </a:lnSpc>
              <a:spcBef>
                <a:spcPts val="560"/>
              </a:spcBef>
              <a:spcAft>
                <a:spcPts val="0"/>
              </a:spcAft>
              <a:buClr>
                <a:schemeClr val="accent6"/>
              </a:buClr>
              <a:buSzPts val="2380"/>
              <a:buFont typeface="Arial"/>
              <a:buChar char="•"/>
              <a:defRPr b="0" i="0" sz="2800" u="none" cap="none" strike="noStrike">
                <a:solidFill>
                  <a:schemeClr val="dk1"/>
                </a:solidFill>
                <a:latin typeface="Arial"/>
                <a:ea typeface="Arial"/>
                <a:cs typeface="Arial"/>
                <a:sym typeface="Arial"/>
              </a:defRPr>
            </a:lvl1pPr>
            <a:lvl2pPr indent="-358140" lvl="1" marL="914400" marR="0" rtl="0" algn="l">
              <a:lnSpc>
                <a:spcPct val="100000"/>
              </a:lnSpc>
              <a:spcBef>
                <a:spcPts val="480"/>
              </a:spcBef>
              <a:spcAft>
                <a:spcPts val="0"/>
              </a:spcAft>
              <a:buClr>
                <a:schemeClr val="accent6"/>
              </a:buClr>
              <a:buSzPts val="2040"/>
              <a:buFont typeface="Arial"/>
              <a:buChar char="•"/>
              <a:defRPr b="0" i="0" sz="2400" u="none" cap="none" strike="noStrike">
                <a:solidFill>
                  <a:schemeClr val="dk1"/>
                </a:solidFill>
                <a:latin typeface="Arial"/>
                <a:ea typeface="Arial"/>
                <a:cs typeface="Arial"/>
                <a:sym typeface="Arial"/>
              </a:defRPr>
            </a:lvl2pPr>
            <a:lvl3pPr indent="-342900" lvl="2" marL="1371600" marR="0" rtl="0" algn="l">
              <a:lnSpc>
                <a:spcPct val="100000"/>
              </a:lnSpc>
              <a:spcBef>
                <a:spcPts val="400"/>
              </a:spcBef>
              <a:spcAft>
                <a:spcPts val="0"/>
              </a:spcAft>
              <a:buClr>
                <a:schemeClr val="accent6"/>
              </a:buClr>
              <a:buSzPts val="18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00000"/>
              </a:lnSpc>
              <a:spcBef>
                <a:spcPts val="360"/>
              </a:spcBef>
              <a:spcAft>
                <a:spcPts val="0"/>
              </a:spcAft>
              <a:buClr>
                <a:schemeClr val="accent6"/>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rtl="0" algn="l">
              <a:lnSpc>
                <a:spcPct val="100000"/>
              </a:lnSpc>
              <a:spcBef>
                <a:spcPts val="320"/>
              </a:spcBef>
              <a:spcAft>
                <a:spcPts val="0"/>
              </a:spcAft>
              <a:buClr>
                <a:schemeClr val="accent6"/>
              </a:buClr>
              <a:buSzPts val="1600"/>
              <a:buFont typeface="Arial"/>
              <a:buChar char="•"/>
              <a:defRPr b="0" i="0" sz="1600" u="none" cap="none" strike="noStrike">
                <a:solidFill>
                  <a:schemeClr val="dk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 name="Google Shape;9;p1"/>
          <p:cNvSpPr/>
          <p:nvPr/>
        </p:nvSpPr>
        <p:spPr>
          <a:xfrm>
            <a:off x="0" y="0"/>
            <a:ext cx="9144000" cy="2743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 name="Google Shape;10;p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FFFFF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4"/>
          <p:cNvSpPr txBox="1"/>
          <p:nvPr>
            <p:ph type="title"/>
          </p:nvPr>
        </p:nvSpPr>
        <p:spPr>
          <a:xfrm>
            <a:off x="715050" y="535000"/>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500"/>
              <a:buFont typeface="Josefin Sans"/>
              <a:buNone/>
              <a:defRPr b="0" i="0" sz="2500" u="none" cap="none" strike="noStrike">
                <a:solidFill>
                  <a:schemeClr val="dk1"/>
                </a:solidFill>
                <a:latin typeface="Josefin Sans"/>
                <a:ea typeface="Josefin Sans"/>
                <a:cs typeface="Josefin Sans"/>
                <a:sym typeface="Josefin Sans"/>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91" name="Google Shape;91;p14"/>
          <p:cNvSpPr txBox="1"/>
          <p:nvPr>
            <p:ph idx="1" type="body"/>
          </p:nvPr>
        </p:nvSpPr>
        <p:spPr>
          <a:xfrm>
            <a:off x="715100" y="1152475"/>
            <a:ext cx="7713900" cy="3456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1pPr>
            <a:lvl2pPr indent="-317500" lvl="1" marL="9144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2pPr>
            <a:lvl3pPr indent="-317500" lvl="2" marL="13716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3pPr>
            <a:lvl4pPr indent="-317500" lvl="3" marL="18288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4pPr>
            <a:lvl5pPr indent="-317500" lvl="4" marL="22860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5pPr>
            <a:lvl6pPr indent="-317500" lvl="5" marL="27432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6pPr>
            <a:lvl7pPr indent="-317500" lvl="6" marL="32004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7pPr>
            <a:lvl8pPr indent="-317500" lvl="7" marL="36576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8pPr>
            <a:lvl9pPr indent="-317500" lvl="8" marL="4114800" marR="0" rtl="0" algn="l">
              <a:lnSpc>
                <a:spcPct val="100000"/>
              </a:lnSpc>
              <a:spcBef>
                <a:spcPts val="0"/>
              </a:spcBef>
              <a:spcAft>
                <a:spcPts val="0"/>
              </a:spcAft>
              <a:buClr>
                <a:schemeClr val="accent1"/>
              </a:buClr>
              <a:buSzPts val="1400"/>
              <a:buFont typeface="Quicksand"/>
              <a:buChar char="■"/>
              <a:defRPr b="0" i="0" sz="1400" u="none" cap="none" strike="noStrike">
                <a:solidFill>
                  <a:schemeClr val="accent1"/>
                </a:solidFill>
                <a:latin typeface="Quicksand"/>
                <a:ea typeface="Quicksand"/>
                <a:cs typeface="Quicksand"/>
                <a:sym typeface="Quicksand"/>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2.png"/><Relationship Id="rId4" Type="http://schemas.openxmlformats.org/officeDocument/2006/relationships/image" Target="../media/image3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6"/>
          <p:cNvSpPr txBox="1"/>
          <p:nvPr/>
        </p:nvSpPr>
        <p:spPr>
          <a:xfrm>
            <a:off x="214275" y="195475"/>
            <a:ext cx="8749800" cy="202620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2"/>
                </a:solidFill>
                <a:latin typeface="Bebas Neue"/>
                <a:ea typeface="Bebas Neue"/>
                <a:cs typeface="Bebas Neue"/>
                <a:sym typeface="Bebas Neue"/>
              </a:rPr>
              <a:t>PRELIMINARY SDP EVALUATION </a:t>
            </a:r>
            <a:br>
              <a:rPr b="0" i="0" lang="en-US" sz="1200" u="none" cap="none" strike="noStrike">
                <a:solidFill>
                  <a:schemeClr val="dk1"/>
                </a:solidFill>
                <a:latin typeface="Bebas Neue"/>
                <a:ea typeface="Bebas Neue"/>
                <a:cs typeface="Bebas Neue"/>
                <a:sym typeface="Bebas Neue"/>
              </a:rPr>
            </a:br>
            <a:r>
              <a:rPr b="0" i="0" lang="en-US" sz="2800" u="none" cap="none" strike="noStrike">
                <a:solidFill>
                  <a:srgbClr val="572314"/>
                </a:solidFill>
                <a:latin typeface="Bebas Neue"/>
                <a:ea typeface="Bebas Neue"/>
                <a:cs typeface="Bebas Neue"/>
                <a:sym typeface="Bebas Neue"/>
              </a:rPr>
              <a:t>A study of swarm intelligence algorithms for optimal feature selection</a:t>
            </a:r>
            <a:br>
              <a:rPr b="0" i="0" lang="en-US" sz="1200" u="none" cap="none" strike="noStrike">
                <a:solidFill>
                  <a:schemeClr val="dk1"/>
                </a:solidFill>
                <a:latin typeface="Bebas Neue"/>
                <a:ea typeface="Bebas Neue"/>
                <a:cs typeface="Bebas Neue"/>
                <a:sym typeface="Bebas Neue"/>
              </a:rPr>
            </a:br>
            <a:endParaRPr b="0" i="0" sz="2800" u="none" cap="none" strike="noStrike">
              <a:solidFill>
                <a:srgbClr val="000000"/>
              </a:solidFill>
              <a:latin typeface="Bebas Neue"/>
              <a:ea typeface="Bebas Neue"/>
              <a:cs typeface="Bebas Neue"/>
              <a:sym typeface="Bebas Neue"/>
            </a:endParaRPr>
          </a:p>
        </p:txBody>
      </p:sp>
      <p:sp>
        <p:nvSpPr>
          <p:cNvPr id="608" name="Google Shape;608;p76"/>
          <p:cNvSpPr txBox="1"/>
          <p:nvPr/>
        </p:nvSpPr>
        <p:spPr>
          <a:xfrm>
            <a:off x="214272" y="1852050"/>
            <a:ext cx="8687100" cy="647700"/>
          </a:xfrm>
          <a:prstGeom prst="rect">
            <a:avLst/>
          </a:prstGeom>
          <a:noFill/>
          <a:ln>
            <a:noFill/>
          </a:ln>
        </p:spPr>
        <p:txBody>
          <a:bodyPr anchorCtr="0" anchor="t" bIns="45000" lIns="90000" spcFirstLastPara="1" rIns="90000" wrap="square" tIns="0">
            <a:normAutofit fontScale="85000" lnSpcReduction="20000"/>
          </a:bodyPr>
          <a:lstStyle/>
          <a:p>
            <a:pPr indent="0" lvl="0" marL="27360" marR="0" rtl="0" algn="l">
              <a:lnSpc>
                <a:spcPct val="100000"/>
              </a:lnSpc>
              <a:spcBef>
                <a:spcPts val="0"/>
              </a:spcBef>
              <a:spcAft>
                <a:spcPts val="0"/>
              </a:spcAft>
              <a:buClr>
                <a:srgbClr val="000000"/>
              </a:buClr>
              <a:buSzPct val="100000"/>
              <a:buFont typeface="Arial"/>
              <a:buNone/>
            </a:pPr>
            <a:r>
              <a:rPr b="1" i="0" lang="en-US" sz="2100" u="none" cap="none" strike="noStrike">
                <a:solidFill>
                  <a:srgbClr val="0070C0"/>
                </a:solidFill>
                <a:latin typeface="Gill Sans"/>
                <a:ea typeface="Gill Sans"/>
                <a:cs typeface="Gill Sans"/>
                <a:sym typeface="Gill Sans"/>
              </a:rPr>
              <a:t>Supervised By</a:t>
            </a:r>
            <a:r>
              <a:rPr b="1" i="0" lang="en-US" sz="2100" u="none" cap="none" strike="noStrike">
                <a:solidFill>
                  <a:srgbClr val="361309"/>
                </a:solidFill>
                <a:latin typeface="Gill Sans"/>
                <a:ea typeface="Gill Sans"/>
                <a:cs typeface="Gill Sans"/>
                <a:sym typeface="Gill Sans"/>
              </a:rPr>
              <a:t>:</a:t>
            </a:r>
            <a:r>
              <a:rPr b="0" i="0" lang="en-US" sz="2100" u="none" cap="none" strike="noStrike">
                <a:solidFill>
                  <a:schemeClr val="dk1"/>
                </a:solidFill>
                <a:latin typeface="Arial"/>
                <a:ea typeface="Arial"/>
                <a:cs typeface="Arial"/>
                <a:sym typeface="Arial"/>
              </a:rPr>
              <a:t> </a:t>
            </a:r>
            <a:r>
              <a:rPr b="1" i="0" lang="en-US" sz="2100" u="none" cap="none" strike="noStrike">
                <a:solidFill>
                  <a:srgbClr val="361309"/>
                </a:solidFill>
                <a:latin typeface="Gill Sans"/>
                <a:ea typeface="Gill Sans"/>
                <a:cs typeface="Gill Sans"/>
                <a:sym typeface="Gill Sans"/>
              </a:rPr>
              <a:t>Dr. Subrat Kumar Nayak </a:t>
            </a:r>
            <a:endParaRPr b="0" i="0" sz="2100" u="none" cap="none" strike="noStrike">
              <a:solidFill>
                <a:schemeClr val="dk1"/>
              </a:solidFill>
              <a:latin typeface="Arial"/>
              <a:ea typeface="Arial"/>
              <a:cs typeface="Arial"/>
              <a:sym typeface="Arial"/>
            </a:endParaRPr>
          </a:p>
          <a:p>
            <a:pPr indent="0" lvl="0" marL="27360" marR="0" rtl="0" algn="l">
              <a:lnSpc>
                <a:spcPct val="100000"/>
              </a:lnSpc>
              <a:spcBef>
                <a:spcPts val="601"/>
              </a:spcBef>
              <a:spcAft>
                <a:spcPts val="0"/>
              </a:spcAft>
              <a:buClr>
                <a:srgbClr val="000000"/>
              </a:buClr>
              <a:buSzPct val="100000"/>
              <a:buFont typeface="Arial"/>
              <a:buNone/>
            </a:pPr>
            <a:r>
              <a:t/>
            </a:r>
            <a:endParaRPr b="0" i="0" sz="2600" u="none" cap="none" strike="noStrike">
              <a:solidFill>
                <a:schemeClr val="dk1"/>
              </a:solidFill>
              <a:latin typeface="Arial"/>
              <a:ea typeface="Arial"/>
              <a:cs typeface="Arial"/>
              <a:sym typeface="Arial"/>
            </a:endParaRPr>
          </a:p>
        </p:txBody>
      </p:sp>
      <p:sp>
        <p:nvSpPr>
          <p:cNvPr id="609" name="Google Shape;609;p76"/>
          <p:cNvSpPr/>
          <p:nvPr/>
        </p:nvSpPr>
        <p:spPr>
          <a:xfrm>
            <a:off x="323528" y="2499742"/>
            <a:ext cx="3357586" cy="13835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70C0"/>
                </a:solidFill>
                <a:latin typeface="Gill Sans"/>
                <a:ea typeface="Gill Sans"/>
                <a:cs typeface="Gill Sans"/>
                <a:sym typeface="Gill Sans"/>
              </a:rPr>
              <a:t>Group No.: L2</a:t>
            </a:r>
            <a:endParaRPr b="0" i="0" sz="1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Gill Sans"/>
                <a:ea typeface="Gill Sans"/>
                <a:cs typeface="Gill Sans"/>
                <a:sym typeface="Gill Sans"/>
              </a:rPr>
              <a:t>Abhipsha Sahu (1941012775)</a:t>
            </a:r>
            <a:endParaRPr b="1"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Gill Sans"/>
                <a:ea typeface="Gill Sans"/>
                <a:cs typeface="Gill Sans"/>
                <a:sym typeface="Gill Sans"/>
              </a:rPr>
              <a:t>Sanjivani Sharan (1941012634)</a:t>
            </a:r>
            <a:endParaRPr b="1"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Gill Sans"/>
                <a:ea typeface="Gill Sans"/>
                <a:cs typeface="Gill Sans"/>
                <a:sym typeface="Gill Sans"/>
              </a:rPr>
              <a:t>Arshdeep Dubey (1941012662)</a:t>
            </a:r>
            <a:endParaRPr b="1"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Gill Sans"/>
                <a:ea typeface="Gill Sans"/>
                <a:cs typeface="Gill Sans"/>
                <a:sym typeface="Gill Sans"/>
              </a:rPr>
              <a:t>Abhisman Sarkar (1941012779)</a:t>
            </a:r>
            <a:endParaRPr b="1"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0" name="Google Shape;610;p76"/>
          <p:cNvSpPr/>
          <p:nvPr/>
        </p:nvSpPr>
        <p:spPr>
          <a:xfrm>
            <a:off x="4139952" y="3075806"/>
            <a:ext cx="4859328" cy="921876"/>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70C0"/>
                </a:solidFill>
                <a:latin typeface="Gill Sans"/>
                <a:ea typeface="Gill Sans"/>
                <a:cs typeface="Gill Sans"/>
                <a:sym typeface="Gill Sans"/>
              </a:rPr>
              <a:t>Department of Computer Sc. and Engineering</a:t>
            </a:r>
            <a:endParaRPr b="1" i="0" sz="16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Gill Sans"/>
                <a:ea typeface="Gill Sans"/>
                <a:cs typeface="Gill Sans"/>
                <a:sym typeface="Gill Sans"/>
              </a:rPr>
              <a:t>Faculty of Engineering &amp; Technology (ITER)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Gill Sans"/>
                <a:ea typeface="Gill Sans"/>
                <a:cs typeface="Gill Sans"/>
                <a:sym typeface="Gill Sans"/>
              </a:rPr>
              <a:t>Siksha ‘O’ Anusandhan (Deemed to be) University</a:t>
            </a:r>
            <a:r>
              <a:rPr b="0" i="0" lang="en-US" sz="1100" u="none" cap="none" strike="noStrike">
                <a:solidFill>
                  <a:srgbClr val="000000"/>
                </a:solidFill>
                <a:latin typeface="Gill Sans"/>
                <a:ea typeface="Gill Sans"/>
                <a:cs typeface="Gill Sans"/>
                <a:sym typeface="Gill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Gill Sans"/>
                <a:ea typeface="Gill Sans"/>
                <a:cs typeface="Gill Sans"/>
                <a:sym typeface="Gill Sans"/>
              </a:rPr>
              <a:t>Bhubaneswar, Odisha</a:t>
            </a:r>
            <a:endParaRPr b="0" i="0" sz="1100" u="none" cap="none" strike="noStrike">
              <a:solidFill>
                <a:schemeClr val="dk1"/>
              </a:solidFill>
              <a:latin typeface="Arial"/>
              <a:ea typeface="Arial"/>
              <a:cs typeface="Arial"/>
              <a:sym typeface="Arial"/>
            </a:endParaRPr>
          </a:p>
        </p:txBody>
      </p:sp>
      <p:sp>
        <p:nvSpPr>
          <p:cNvPr id="611" name="Google Shape;611;p7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sp>
        <p:nvSpPr>
          <p:cNvPr id="612" name="Google Shape;612;p76"/>
          <p:cNvSpPr/>
          <p:nvPr/>
        </p:nvSpPr>
        <p:spPr>
          <a:xfrm>
            <a:off x="155520" y="-108270"/>
            <a:ext cx="304560" cy="2284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3" name="Google Shape;613;p76"/>
          <p:cNvPicPr preferRelativeResize="0"/>
          <p:nvPr/>
        </p:nvPicPr>
        <p:blipFill rotWithShape="1">
          <a:blip r:embed="rId3">
            <a:alphaModFix/>
          </a:blip>
          <a:srcRect b="0" l="0" r="0" t="0"/>
          <a:stretch/>
        </p:blipFill>
        <p:spPr>
          <a:xfrm>
            <a:off x="8172400" y="357480"/>
            <a:ext cx="826880" cy="7741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7"/>
          <p:cNvSpPr txBox="1"/>
          <p:nvPr/>
        </p:nvSpPr>
        <p:spPr>
          <a:xfrm>
            <a:off x="571472" y="206010"/>
            <a:ext cx="8361928" cy="856980"/>
          </a:xfrm>
          <a:prstGeom prst="rect">
            <a:avLst/>
          </a:prstGeom>
          <a:noFill/>
          <a:ln>
            <a:noFill/>
          </a:ln>
        </p:spPr>
        <p:txBody>
          <a:bodyPr anchorCtr="0" anchor="ctr" bIns="45000" lIns="90000" spcFirstLastPara="1" rIns="90000" wrap="square" tIns="45000">
            <a:normAutofit fontScale="66500" lnSpcReduction="20000"/>
          </a:bodyPr>
          <a:lstStyle/>
          <a:p>
            <a:pPr indent="0" lvl="0" marL="0" marR="0" rtl="0" algn="l">
              <a:lnSpc>
                <a:spcPct val="100000"/>
              </a:lnSpc>
              <a:spcBef>
                <a:spcPts val="0"/>
              </a:spcBef>
              <a:spcAft>
                <a:spcPts val="0"/>
              </a:spcAft>
              <a:buClr>
                <a:srgbClr val="000000"/>
              </a:buClr>
              <a:buSzPct val="100000"/>
              <a:buFont typeface="Arial"/>
              <a:buNone/>
            </a:pPr>
            <a:r>
              <a:rPr b="1" i="0" lang="en-US" sz="4300" u="none" cap="none" strike="noStrike">
                <a:solidFill>
                  <a:srgbClr val="572314"/>
                </a:solidFill>
                <a:latin typeface="Times New Roman"/>
                <a:ea typeface="Times New Roman"/>
                <a:cs typeface="Times New Roman"/>
                <a:sym typeface="Times New Roman"/>
              </a:rPr>
              <a:t>Presentation Outline</a:t>
            </a:r>
            <a:br>
              <a:rPr b="0" i="0" lang="en-US" sz="1800" u="none" cap="none" strike="noStrike">
                <a:solidFill>
                  <a:schemeClr val="dk1"/>
                </a:solidFill>
                <a:latin typeface="Times New Roman"/>
                <a:ea typeface="Times New Roman"/>
                <a:cs typeface="Times New Roman"/>
                <a:sym typeface="Times New Roman"/>
              </a:rPr>
            </a:br>
            <a:endParaRPr b="0" i="0" sz="4300" u="none" cap="none" strike="noStrike">
              <a:solidFill>
                <a:srgbClr val="000000"/>
              </a:solidFill>
              <a:latin typeface="Times New Roman"/>
              <a:ea typeface="Times New Roman"/>
              <a:cs typeface="Times New Roman"/>
              <a:sym typeface="Times New Roman"/>
            </a:endParaRPr>
          </a:p>
        </p:txBody>
      </p:sp>
      <p:sp>
        <p:nvSpPr>
          <p:cNvPr id="619" name="Google Shape;619;p77"/>
          <p:cNvSpPr txBox="1"/>
          <p:nvPr/>
        </p:nvSpPr>
        <p:spPr>
          <a:xfrm>
            <a:off x="428596" y="642924"/>
            <a:ext cx="8504804" cy="4043196"/>
          </a:xfrm>
          <a:prstGeom prst="rect">
            <a:avLst/>
          </a:prstGeom>
          <a:noFill/>
          <a:ln>
            <a:noFill/>
          </a:ln>
        </p:spPr>
        <p:txBody>
          <a:bodyPr anchorCtr="0" anchor="t" bIns="45000" lIns="90000" spcFirstLastPara="1" rIns="90000" wrap="square" tIns="45000">
            <a:noAutofit/>
          </a:bodyPr>
          <a:lstStyle/>
          <a:p>
            <a:pPr indent="-282959" lvl="0" marL="365760" marR="0" rtl="0" algn="l">
              <a:lnSpc>
                <a:spcPct val="100000"/>
              </a:lnSpc>
              <a:spcBef>
                <a:spcPts val="0"/>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Introduction</a:t>
            </a:r>
            <a:endParaRPr b="0" i="0" sz="1400" u="none" cap="none" strike="noStrike">
              <a:solidFill>
                <a:srgbClr val="000000"/>
              </a:solidFill>
              <a:latin typeface="Arial"/>
              <a:ea typeface="Arial"/>
              <a:cs typeface="Arial"/>
              <a:sym typeface="Arial"/>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Overview/Specifications</a:t>
            </a:r>
            <a:endParaRPr b="0" i="0" sz="1400" u="none" cap="none" strike="noStrike">
              <a:solidFill>
                <a:srgbClr val="000000"/>
              </a:solidFill>
              <a:latin typeface="Gill Sans"/>
              <a:ea typeface="Gill Sans"/>
              <a:cs typeface="Gill Sans"/>
              <a:sym typeface="Gill Sans"/>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Motivations</a:t>
            </a:r>
            <a:endParaRPr b="0" i="0" sz="1400" u="none" cap="none" strike="noStrike">
              <a:solidFill>
                <a:srgbClr val="000000"/>
              </a:solidFill>
              <a:latin typeface="Gill Sans"/>
              <a:ea typeface="Gill Sans"/>
              <a:cs typeface="Gill Sans"/>
              <a:sym typeface="Gill Sans"/>
            </a:endParaRPr>
          </a:p>
          <a:p>
            <a:pPr indent="-282959" lvl="0" marL="365760" marR="0" rtl="0" algn="l">
              <a:lnSpc>
                <a:spcPct val="100000"/>
              </a:lnSpc>
              <a:spcBef>
                <a:spcPts val="601"/>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Literature Survey/Background Details</a:t>
            </a:r>
            <a:endParaRPr b="0" i="0" sz="1600" u="none" cap="none" strike="noStrike">
              <a:solidFill>
                <a:srgbClr val="000000"/>
              </a:solidFill>
              <a:latin typeface="Gill Sans"/>
              <a:ea typeface="Gill Sans"/>
              <a:cs typeface="Gill Sans"/>
              <a:sym typeface="Gill Sans"/>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Existing System</a:t>
            </a:r>
            <a:endParaRPr b="0" i="0" sz="1400" u="none" cap="none" strike="noStrike">
              <a:solidFill>
                <a:srgbClr val="000000"/>
              </a:solidFill>
              <a:latin typeface="Arial"/>
              <a:ea typeface="Arial"/>
              <a:cs typeface="Arial"/>
              <a:sym typeface="Arial"/>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Problem Identification</a:t>
            </a:r>
            <a:endParaRPr b="0" i="0" sz="1400" u="none" cap="none" strike="noStrike">
              <a:solidFill>
                <a:srgbClr val="000000"/>
              </a:solidFill>
              <a:latin typeface="Arial"/>
              <a:ea typeface="Arial"/>
              <a:cs typeface="Arial"/>
              <a:sym typeface="Arial"/>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Dataset Description</a:t>
            </a:r>
            <a:endParaRPr b="0" i="0" sz="1400" u="none" cap="none" strike="noStrike">
              <a:solidFill>
                <a:srgbClr val="000000"/>
              </a:solidFill>
              <a:latin typeface="Arial"/>
              <a:ea typeface="Arial"/>
              <a:cs typeface="Arial"/>
              <a:sym typeface="Arial"/>
            </a:endParaRPr>
          </a:p>
          <a:p>
            <a:pPr indent="-282959" lvl="0" marL="365760" marR="0" rtl="0" algn="l">
              <a:lnSpc>
                <a:spcPct val="100000"/>
              </a:lnSpc>
              <a:spcBef>
                <a:spcPts val="601"/>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Schematic Layout/Model Diagram</a:t>
            </a:r>
            <a:endParaRPr b="0" i="0" sz="1400" u="none" cap="none" strike="noStrike">
              <a:solidFill>
                <a:srgbClr val="000000"/>
              </a:solidFill>
              <a:latin typeface="Arial"/>
              <a:ea typeface="Arial"/>
              <a:cs typeface="Arial"/>
              <a:sym typeface="Arial"/>
            </a:endParaRPr>
          </a:p>
          <a:p>
            <a:pPr indent="-282959" lvl="0" marL="365760" marR="0" rtl="0" algn="l">
              <a:lnSpc>
                <a:spcPct val="100000"/>
              </a:lnSpc>
              <a:spcBef>
                <a:spcPts val="601"/>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Methods/Tools/Algorithms used</a:t>
            </a:r>
            <a:endParaRPr b="0" i="0" sz="1400" u="none" cap="none" strike="noStrike">
              <a:solidFill>
                <a:srgbClr val="000000"/>
              </a:solidFill>
              <a:latin typeface="Arial"/>
              <a:ea typeface="Arial"/>
              <a:cs typeface="Arial"/>
              <a:sym typeface="Arial"/>
            </a:endParaRPr>
          </a:p>
          <a:p>
            <a:pPr indent="-282959" lvl="0" marL="365760" marR="0" rtl="0" algn="l">
              <a:lnSpc>
                <a:spcPct val="100000"/>
              </a:lnSpc>
              <a:spcBef>
                <a:spcPts val="601"/>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Summary</a:t>
            </a:r>
            <a:endParaRPr b="0" i="0" sz="1600" u="none" cap="none" strike="noStrike">
              <a:solidFill>
                <a:srgbClr val="000000"/>
              </a:solidFill>
              <a:latin typeface="Gill Sans"/>
              <a:ea typeface="Gill Sans"/>
              <a:cs typeface="Gill Sans"/>
              <a:sym typeface="Gill Sans"/>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Uniqueness of proposed System</a:t>
            </a:r>
            <a:endParaRPr b="0" i="0" sz="1400" u="none" cap="none" strike="noStrike">
              <a:solidFill>
                <a:srgbClr val="000000"/>
              </a:solidFill>
              <a:latin typeface="Arial"/>
              <a:ea typeface="Arial"/>
              <a:cs typeface="Arial"/>
              <a:sym typeface="Arial"/>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Limitations of Proposed System</a:t>
            </a:r>
            <a:endParaRPr b="0" i="0" sz="1400" u="none" cap="none" strike="noStrike">
              <a:solidFill>
                <a:srgbClr val="000000"/>
              </a:solidFill>
              <a:latin typeface="Arial"/>
              <a:ea typeface="Arial"/>
              <a:cs typeface="Arial"/>
              <a:sym typeface="Arial"/>
            </a:endParaRPr>
          </a:p>
          <a:p>
            <a:pPr indent="-237240" lvl="1" marL="640080" marR="0" rtl="0" algn="l">
              <a:lnSpc>
                <a:spcPct val="100000"/>
              </a:lnSpc>
              <a:spcBef>
                <a:spcPts val="550"/>
              </a:spcBef>
              <a:spcAft>
                <a:spcPts val="0"/>
              </a:spcAft>
              <a:buClr>
                <a:srgbClr val="3891A7"/>
              </a:buClr>
              <a:buSzPts val="1400"/>
              <a:buFont typeface="Noto Sans Symbols"/>
              <a:buChar char="▪"/>
            </a:pPr>
            <a:r>
              <a:rPr b="0" i="0" lang="en-US" sz="1400" u="none" cap="none" strike="noStrike">
                <a:solidFill>
                  <a:srgbClr val="000000"/>
                </a:solidFill>
                <a:latin typeface="Gill Sans"/>
                <a:ea typeface="Gill Sans"/>
                <a:cs typeface="Gill Sans"/>
                <a:sym typeface="Gill Sans"/>
              </a:rPr>
              <a:t>Future Scope of Proposed System</a:t>
            </a:r>
            <a:endParaRPr b="0" i="0" sz="1400" u="none" cap="none" strike="noStrike">
              <a:solidFill>
                <a:srgbClr val="000000"/>
              </a:solidFill>
              <a:latin typeface="Arial"/>
              <a:ea typeface="Arial"/>
              <a:cs typeface="Arial"/>
              <a:sym typeface="Arial"/>
            </a:endParaRPr>
          </a:p>
          <a:p>
            <a:pPr indent="-282959" lvl="1" marL="365760" marR="0" rtl="0" algn="l">
              <a:lnSpc>
                <a:spcPct val="100000"/>
              </a:lnSpc>
              <a:spcBef>
                <a:spcPts val="601"/>
              </a:spcBef>
              <a:spcAft>
                <a:spcPts val="0"/>
              </a:spcAft>
              <a:buClr>
                <a:srgbClr val="3891A7"/>
              </a:buClr>
              <a:buSzPts val="1280"/>
              <a:buFont typeface="Noto Sans Symbols"/>
              <a:buChar char="▪"/>
            </a:pPr>
            <a:r>
              <a:rPr b="0" i="0" lang="en-US" sz="1600" u="none" cap="none" strike="noStrike">
                <a:solidFill>
                  <a:srgbClr val="000000"/>
                </a:solidFill>
                <a:latin typeface="Gill Sans"/>
                <a:ea typeface="Gill Sans"/>
                <a:cs typeface="Gill Sans"/>
                <a:sym typeface="Gill Sans"/>
              </a:rPr>
              <a:t>Bibliography</a:t>
            </a:r>
            <a:endParaRPr b="0" i="0" sz="1600" u="none" cap="none" strike="noStrike">
              <a:solidFill>
                <a:srgbClr val="000000"/>
              </a:solidFill>
              <a:latin typeface="Gill Sans"/>
              <a:ea typeface="Gill Sans"/>
              <a:cs typeface="Gill Sans"/>
              <a:sym typeface="Gill Sans"/>
            </a:endParaRPr>
          </a:p>
        </p:txBody>
      </p:sp>
      <p:sp>
        <p:nvSpPr>
          <p:cNvPr id="620" name="Google Shape;620;p77"/>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21" name="Google Shape;621;p77"/>
          <p:cNvPicPr preferRelativeResize="0"/>
          <p:nvPr/>
        </p:nvPicPr>
        <p:blipFill rotWithShape="1">
          <a:blip r:embed="rId3">
            <a:alphaModFix/>
          </a:blip>
          <a:srcRect b="0" l="0" r="0" t="0"/>
          <a:stretch/>
        </p:blipFill>
        <p:spPr>
          <a:xfrm>
            <a:off x="7956376" y="141480"/>
            <a:ext cx="936104" cy="849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8"/>
          <p:cNvSpPr txBox="1"/>
          <p:nvPr/>
        </p:nvSpPr>
        <p:spPr>
          <a:xfrm>
            <a:off x="428700" y="206000"/>
            <a:ext cx="8504700" cy="857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572314"/>
                </a:solidFill>
                <a:latin typeface="Times New Roman"/>
                <a:ea typeface="Times New Roman"/>
                <a:cs typeface="Times New Roman"/>
                <a:sym typeface="Times New Roman"/>
              </a:rPr>
              <a:t>Introduction</a:t>
            </a:r>
            <a:endParaRPr b="0" i="0" sz="1400" u="none" cap="none" strike="noStrike">
              <a:solidFill>
                <a:srgbClr val="000000"/>
              </a:solidFill>
              <a:latin typeface="Arial"/>
              <a:ea typeface="Arial"/>
              <a:cs typeface="Arial"/>
              <a:sym typeface="Arial"/>
            </a:endParaRPr>
          </a:p>
        </p:txBody>
      </p:sp>
      <p:sp>
        <p:nvSpPr>
          <p:cNvPr id="627" name="Google Shape;627;p78"/>
          <p:cNvSpPr txBox="1"/>
          <p:nvPr/>
        </p:nvSpPr>
        <p:spPr>
          <a:xfrm>
            <a:off x="428696" y="1232228"/>
            <a:ext cx="8504700" cy="3600300"/>
          </a:xfrm>
          <a:prstGeom prst="rect">
            <a:avLst/>
          </a:prstGeom>
          <a:noFill/>
          <a:ln>
            <a:noFill/>
          </a:ln>
        </p:spPr>
        <p:txBody>
          <a:bodyPr anchorCtr="0" anchor="t" bIns="45000" lIns="90000" spcFirstLastPara="1" rIns="90000" wrap="square" tIns="45000">
            <a:noAutofit/>
          </a:bodyPr>
          <a:lstStyle/>
          <a:p>
            <a:pPr indent="-304800" lvl="0" marL="457200" marR="0" rtl="0" algn="l">
              <a:lnSpc>
                <a:spcPct val="100000"/>
              </a:lnSpc>
              <a:spcBef>
                <a:spcPts val="0"/>
              </a:spcBef>
              <a:spcAft>
                <a:spcPts val="0"/>
              </a:spcAft>
              <a:buClr>
                <a:srgbClr val="000000"/>
              </a:buClr>
              <a:buSzPts val="1200"/>
              <a:buFont typeface="Gill Sans"/>
              <a:buChar char="●"/>
            </a:pPr>
            <a:r>
              <a:rPr b="0" i="0" lang="en-US" sz="1200" u="none" cap="none" strike="noStrike">
                <a:solidFill>
                  <a:srgbClr val="000000"/>
                </a:solidFill>
                <a:latin typeface="Gill Sans"/>
                <a:ea typeface="Gill Sans"/>
                <a:cs typeface="Gill Sans"/>
                <a:sym typeface="Gill Sans"/>
              </a:rPr>
              <a:t>In this project, the process of feature selection is performed involving Swarm Intelligence optimization algorithms such as Particle Swarm Optimization, Ant Colony Optimization, Cuckoo Search Algorithm, and Artificial Bee Colony Optimization.</a:t>
            </a:r>
            <a:endParaRPr b="0" i="0" sz="1200" u="none" cap="none" strike="noStrike">
              <a:solidFill>
                <a:srgbClr val="000000"/>
              </a:solidFill>
              <a:latin typeface="Gill Sans"/>
              <a:ea typeface="Gill Sans"/>
              <a:cs typeface="Gill Sans"/>
              <a:sym typeface="Gill Sans"/>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ill Sans"/>
              <a:ea typeface="Gill Sans"/>
              <a:cs typeface="Gill Sans"/>
              <a:sym typeface="Gill Sans"/>
            </a:endParaRPr>
          </a:p>
          <a:p>
            <a:pPr indent="-304800" lvl="0" marL="457200" marR="0" rtl="0" algn="l">
              <a:lnSpc>
                <a:spcPct val="100000"/>
              </a:lnSpc>
              <a:spcBef>
                <a:spcPts val="0"/>
              </a:spcBef>
              <a:spcAft>
                <a:spcPts val="0"/>
              </a:spcAft>
              <a:buClr>
                <a:srgbClr val="000000"/>
              </a:buClr>
              <a:buSzPts val="1200"/>
              <a:buFont typeface="Gill Sans"/>
              <a:buChar char="●"/>
            </a:pPr>
            <a:r>
              <a:rPr b="0" i="0" lang="en-US" sz="1200" u="none" cap="none" strike="noStrike">
                <a:solidFill>
                  <a:srgbClr val="000000"/>
                </a:solidFill>
                <a:latin typeface="Gill Sans"/>
                <a:ea typeface="Gill Sans"/>
                <a:cs typeface="Gill Sans"/>
                <a:sym typeface="Gill Sans"/>
              </a:rPr>
              <a:t>Feature Selection is the method of reducing the input variable in the machine learning model by using only relevant data and getting rid of noise in data. </a:t>
            </a:r>
            <a:endParaRPr b="0" i="0" sz="1200" u="none" cap="none" strike="noStrike">
              <a:solidFill>
                <a:srgbClr val="000000"/>
              </a:solidFill>
              <a:latin typeface="Gill Sans"/>
              <a:ea typeface="Gill Sans"/>
              <a:cs typeface="Gill Sans"/>
              <a:sym typeface="Gill Sans"/>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Gill Sans"/>
              <a:ea typeface="Gill Sans"/>
              <a:cs typeface="Gill Sans"/>
              <a:sym typeface="Gill Sans"/>
            </a:endParaRPr>
          </a:p>
          <a:p>
            <a:pPr indent="-304800" lvl="0" marL="457200" marR="0" rtl="0" algn="l">
              <a:lnSpc>
                <a:spcPct val="100000"/>
              </a:lnSpc>
              <a:spcBef>
                <a:spcPts val="0"/>
              </a:spcBef>
              <a:spcAft>
                <a:spcPts val="0"/>
              </a:spcAft>
              <a:buClr>
                <a:srgbClr val="000000"/>
              </a:buClr>
              <a:buSzPts val="1200"/>
              <a:buFont typeface="Gill Sans"/>
              <a:buChar char="●"/>
            </a:pPr>
            <a:r>
              <a:rPr b="0" i="0" lang="en-US" sz="1200" u="none" cap="none" strike="noStrike">
                <a:solidFill>
                  <a:srgbClr val="000000"/>
                </a:solidFill>
                <a:latin typeface="Gill Sans"/>
                <a:ea typeface="Gill Sans"/>
                <a:cs typeface="Gill Sans"/>
                <a:sym typeface="Gill Sans"/>
              </a:rPr>
              <a:t>Swarm intelligence algorithms are nature-inspired algorithms developed based on the interactions between living organisms such as flocks of birds, ants, and fish. These algorithms help in the enhancement of fitness functions in combinatorial and numerical optimization problems</a:t>
            </a:r>
            <a:endParaRPr b="0" i="0" sz="1200" u="none" cap="none" strike="noStrike">
              <a:solidFill>
                <a:srgbClr val="000000"/>
              </a:solidFill>
              <a:latin typeface="Gill Sans"/>
              <a:ea typeface="Gill Sans"/>
              <a:cs typeface="Gill Sans"/>
              <a:sym typeface="Gill Sans"/>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ill Sans"/>
              <a:ea typeface="Gill Sans"/>
              <a:cs typeface="Gill Sans"/>
              <a:sym typeface="Gill Sans"/>
            </a:endParaRPr>
          </a:p>
          <a:p>
            <a:pPr indent="-304800" lvl="0" marL="457200" marR="0" rtl="0" algn="l">
              <a:lnSpc>
                <a:spcPct val="100000"/>
              </a:lnSpc>
              <a:spcBef>
                <a:spcPts val="0"/>
              </a:spcBef>
              <a:spcAft>
                <a:spcPts val="0"/>
              </a:spcAft>
              <a:buClr>
                <a:srgbClr val="000000"/>
              </a:buClr>
              <a:buSzPts val="1200"/>
              <a:buFont typeface="Gill Sans"/>
              <a:buChar char="●"/>
            </a:pPr>
            <a:r>
              <a:rPr b="0" i="0" lang="en-US" sz="1200" u="none" cap="none" strike="noStrike">
                <a:solidFill>
                  <a:srgbClr val="000000"/>
                </a:solidFill>
                <a:latin typeface="Gill Sans"/>
                <a:ea typeface="Gill Sans"/>
                <a:cs typeface="Gill Sans"/>
                <a:sym typeface="Gill Sans"/>
              </a:rPr>
              <a:t>Feature selection is crucial in model training as not all original features in a dataset are useful and redundant features can lead to poor performance. Relevant features in comparison improve learning model performance. Swarm Intelligence is the best optimizing technique for feature selection due to its decentralized control, flexibility, robustness, and scalability.</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Gill Sans"/>
              <a:ea typeface="Gill Sans"/>
              <a:cs typeface="Gill Sans"/>
              <a:sym typeface="Gill Sans"/>
            </a:endParaRPr>
          </a:p>
        </p:txBody>
      </p:sp>
      <p:sp>
        <p:nvSpPr>
          <p:cNvPr id="628" name="Google Shape;628;p7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29" name="Google Shape;629;p78"/>
          <p:cNvPicPr preferRelativeResize="0"/>
          <p:nvPr/>
        </p:nvPicPr>
        <p:blipFill rotWithShape="1">
          <a:blip r:embed="rId3">
            <a:alphaModFix/>
          </a:blip>
          <a:srcRect b="0" l="0" r="0" t="0"/>
          <a:stretch/>
        </p:blipFill>
        <p:spPr>
          <a:xfrm>
            <a:off x="8100392" y="1890"/>
            <a:ext cx="970168" cy="8499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9"/>
          <p:cNvSpPr txBox="1"/>
          <p:nvPr/>
        </p:nvSpPr>
        <p:spPr>
          <a:xfrm>
            <a:off x="256960" y="198585"/>
            <a:ext cx="8290500" cy="857100"/>
          </a:xfrm>
          <a:prstGeom prst="rect">
            <a:avLst/>
          </a:prstGeom>
          <a:noFill/>
          <a:ln>
            <a:noFill/>
          </a:ln>
        </p:spPr>
        <p:txBody>
          <a:bodyPr anchorCtr="0" anchor="ctr" bIns="45000" lIns="90000" spcFirstLastPara="1" rIns="90000" wrap="square" tIns="45000">
            <a:normAutofit fontScale="47500" lnSpcReduction="20000"/>
          </a:bodyPr>
          <a:lstStyle/>
          <a:p>
            <a:pPr indent="0" lvl="0" marL="0" marR="0" rtl="0" algn="l">
              <a:lnSpc>
                <a:spcPct val="100000"/>
              </a:lnSpc>
              <a:spcBef>
                <a:spcPts val="0"/>
              </a:spcBef>
              <a:spcAft>
                <a:spcPts val="0"/>
              </a:spcAft>
              <a:buClr>
                <a:srgbClr val="000000"/>
              </a:buClr>
              <a:buSzPct val="100000"/>
              <a:buFont typeface="Arial"/>
              <a:buNone/>
            </a:pPr>
            <a:br>
              <a:rPr b="0" i="0" lang="en-US" sz="1800" u="none" cap="none" strike="noStrike">
                <a:solidFill>
                  <a:schemeClr val="dk1"/>
                </a:solidFill>
                <a:latin typeface="Arial"/>
                <a:ea typeface="Arial"/>
                <a:cs typeface="Arial"/>
                <a:sym typeface="Arial"/>
              </a:rPr>
            </a:br>
            <a:r>
              <a:rPr b="1" i="0" lang="en-US" sz="5300" u="none" cap="none" strike="noStrike">
                <a:solidFill>
                  <a:srgbClr val="572314"/>
                </a:solidFill>
                <a:latin typeface="Times New Roman"/>
                <a:ea typeface="Times New Roman"/>
                <a:cs typeface="Times New Roman"/>
                <a:sym typeface="Times New Roman"/>
              </a:rPr>
              <a:t>Literature Survey</a:t>
            </a:r>
            <a:br>
              <a:rPr b="1" i="0" lang="en-US" sz="5300" u="none" cap="none" strike="noStrike">
                <a:solidFill>
                  <a:srgbClr val="572314"/>
                </a:solidFill>
                <a:latin typeface="Times New Roman"/>
                <a:ea typeface="Times New Roman"/>
                <a:cs typeface="Times New Roman"/>
                <a:sym typeface="Times New Roman"/>
              </a:rPr>
            </a:br>
            <a:endParaRPr b="1" i="0" sz="5300" u="none" cap="none" strike="noStrike">
              <a:solidFill>
                <a:srgbClr val="572314"/>
              </a:solidFill>
              <a:latin typeface="Times New Roman"/>
              <a:ea typeface="Times New Roman"/>
              <a:cs typeface="Times New Roman"/>
              <a:sym typeface="Times New Roman"/>
            </a:endParaRPr>
          </a:p>
        </p:txBody>
      </p:sp>
      <p:sp>
        <p:nvSpPr>
          <p:cNvPr id="635" name="Google Shape;635;p7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36" name="Google Shape;636;p79"/>
          <p:cNvPicPr preferRelativeResize="0"/>
          <p:nvPr/>
        </p:nvPicPr>
        <p:blipFill rotWithShape="1">
          <a:blip r:embed="rId3">
            <a:alphaModFix/>
          </a:blip>
          <a:srcRect b="0" l="0" r="0" t="0"/>
          <a:stretch/>
        </p:blipFill>
        <p:spPr>
          <a:xfrm>
            <a:off x="7956376" y="249480"/>
            <a:ext cx="977024" cy="849960"/>
          </a:xfrm>
          <a:prstGeom prst="rect">
            <a:avLst/>
          </a:prstGeom>
          <a:noFill/>
          <a:ln>
            <a:noFill/>
          </a:ln>
        </p:spPr>
      </p:pic>
      <p:graphicFrame>
        <p:nvGraphicFramePr>
          <p:cNvPr id="637" name="Google Shape;637;p79"/>
          <p:cNvGraphicFramePr/>
          <p:nvPr/>
        </p:nvGraphicFramePr>
        <p:xfrm>
          <a:off x="65575" y="1151435"/>
          <a:ext cx="3000000" cy="3000000"/>
        </p:xfrm>
        <a:graphic>
          <a:graphicData uri="http://schemas.openxmlformats.org/drawingml/2006/table">
            <a:tbl>
              <a:tblPr>
                <a:noFill/>
                <a:tableStyleId>{094F7BFF-25A9-45A8-A4F7-4CBD3C160A02}</a:tableStyleId>
              </a:tblPr>
              <a:tblGrid>
                <a:gridCol w="1491975"/>
                <a:gridCol w="1297575"/>
                <a:gridCol w="1213125"/>
                <a:gridCol w="1068875"/>
                <a:gridCol w="1867750"/>
                <a:gridCol w="2012600"/>
              </a:tblGrid>
              <a:tr h="421150">
                <a:tc>
                  <a:txBody>
                    <a:bodyPr/>
                    <a:lstStyle/>
                    <a:p>
                      <a:pPr indent="0" lvl="0" marL="0" marR="0" rtl="0" algn="ctr">
                        <a:lnSpc>
                          <a:spcPct val="100000"/>
                        </a:lnSpc>
                        <a:spcBef>
                          <a:spcPts val="0"/>
                        </a:spcBef>
                        <a:spcAft>
                          <a:spcPts val="0"/>
                        </a:spcAft>
                        <a:buClr>
                          <a:schemeClr val="dk1"/>
                        </a:buClr>
                        <a:buSzPts val="1100"/>
                        <a:buFont typeface="Arial"/>
                        <a:buNone/>
                      </a:pPr>
                      <a:r>
                        <a:rPr b="1" lang="en-US" sz="800" u="none" cap="none" strike="noStrike">
                          <a:solidFill>
                            <a:schemeClr val="dk1"/>
                          </a:solidFill>
                        </a:rPr>
                        <a:t>Swarm Intelligence Algorithm</a:t>
                      </a:r>
                      <a:endParaRPr sz="800" u="none" cap="none" strike="noStrike"/>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US" sz="800" u="none" cap="none" strike="noStrike">
                          <a:solidFill>
                            <a:schemeClr val="dk1"/>
                          </a:solidFill>
                        </a:rPr>
                        <a:t>Feature Selection Approach</a:t>
                      </a:r>
                      <a:endParaRPr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rPr>
                        <a:t>Representation</a:t>
                      </a:r>
                      <a:endParaRPr b="1"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b="1" lang="en-US" sz="800" u="none" cap="none" strike="noStrike">
                          <a:solidFill>
                            <a:schemeClr val="dk1"/>
                          </a:solidFill>
                        </a:rPr>
                        <a:t>used</a:t>
                      </a:r>
                      <a:endParaRPr sz="800" u="none" cap="none" strike="noStrike"/>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1" lang="en-US" sz="800" u="none" cap="none" strike="noStrike">
                          <a:solidFill>
                            <a:schemeClr val="dk1"/>
                          </a:solidFill>
                        </a:rPr>
                        <a:t>Single/Multi Objective function</a:t>
                      </a:r>
                      <a:endParaRPr sz="800" u="none" cap="none" strike="noStrike"/>
                    </a:p>
                  </a:txBody>
                  <a:tcPr marT="91425" marB="91425" marR="91425" marL="91425"/>
                </a:tc>
                <a:tc>
                  <a:txBody>
                    <a:bodyPr/>
                    <a:lstStyle/>
                    <a:p>
                      <a:pPr indent="0" lvl="0" marL="0" marR="0" rtl="0" algn="ctr">
                        <a:lnSpc>
                          <a:spcPct val="100000"/>
                        </a:lnSpc>
                        <a:spcBef>
                          <a:spcPts val="0"/>
                        </a:spcBef>
                        <a:spcAft>
                          <a:spcPts val="0"/>
                        </a:spcAft>
                        <a:buClr>
                          <a:schemeClr val="dk1"/>
                        </a:buClr>
                        <a:buSzPts val="1100"/>
                        <a:buFont typeface="Arial"/>
                        <a:buNone/>
                      </a:pPr>
                      <a:r>
                        <a:rPr b="1" lang="en-US" sz="800" u="none" cap="none" strike="noStrike">
                          <a:solidFill>
                            <a:schemeClr val="dk1"/>
                          </a:solidFill>
                        </a:rPr>
                        <a:t>Objective function</a:t>
                      </a:r>
                      <a:endParaRPr sz="800" u="none" cap="none" strike="noStrike"/>
                    </a:p>
                  </a:txBody>
                  <a:tcPr marT="91425" marB="91425" marR="91425" marL="91425">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t>Outcomes</a:t>
                      </a:r>
                      <a:endParaRPr b="1"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1550">
                <a:tc>
                  <a:txBody>
                    <a:bodyPr/>
                    <a:lstStyle/>
                    <a:p>
                      <a:pPr indent="0" lvl="0" marL="0" marR="0" rtl="0" algn="just">
                        <a:lnSpc>
                          <a:spcPct val="100000"/>
                        </a:lnSpc>
                        <a:spcBef>
                          <a:spcPts val="0"/>
                        </a:spcBef>
                        <a:spcAft>
                          <a:spcPts val="0"/>
                        </a:spcAft>
                        <a:buClr>
                          <a:srgbClr val="000000"/>
                        </a:buClr>
                        <a:buSzPts val="800"/>
                        <a:buFont typeface="Arial"/>
                        <a:buNone/>
                      </a:pPr>
                      <a:r>
                        <a:rPr lang="en-US" sz="800" u="none" cap="none" strike="noStrike"/>
                        <a:t>BPSO (Binary</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Particle Swarm Optimization) [1]</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Hybrid-</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Filter, Wrapper</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Binary</a:t>
                      </a:r>
                      <a:endParaRPr b="1"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Multi-</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Accuracy and size f feature subset</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The proposed approach performs better than filter and wrapper executed independently.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61800">
                <a:tc>
                  <a:txBody>
                    <a:bodyPr/>
                    <a:lstStyle/>
                    <a:p>
                      <a:pPr indent="0" lvl="0" marL="0" marR="0" rtl="0" algn="just">
                        <a:lnSpc>
                          <a:spcPct val="100000"/>
                        </a:lnSpc>
                        <a:spcBef>
                          <a:spcPts val="0"/>
                        </a:spcBef>
                        <a:spcAft>
                          <a:spcPts val="0"/>
                        </a:spcAft>
                        <a:buClr>
                          <a:schemeClr val="dk1"/>
                        </a:buClr>
                        <a:buSzPts val="1100"/>
                        <a:buFont typeface="Arial"/>
                        <a:buNone/>
                      </a:pPr>
                      <a:r>
                        <a:rPr lang="en-US" sz="800" u="none" cap="none" strike="noStrike">
                          <a:solidFill>
                            <a:schemeClr val="dk1"/>
                          </a:solidFill>
                        </a:rPr>
                        <a:t>MBPSO (Multi-</a:t>
                      </a:r>
                      <a:endParaRPr sz="800" u="none" cap="none" strike="noStrike">
                        <a:solidFill>
                          <a:schemeClr val="dk1"/>
                        </a:solidFill>
                      </a:endParaRPr>
                    </a:p>
                    <a:p>
                      <a:pPr indent="0" lvl="0" marL="0" marR="0" rtl="0" algn="just">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solidFill>
                          <a:schemeClr val="dk1"/>
                        </a:solidFill>
                      </a:endParaRPr>
                    </a:p>
                    <a:p>
                      <a:pPr indent="0" lvl="0" marL="0" marR="0" rtl="0" algn="just">
                        <a:lnSpc>
                          <a:spcPct val="100000"/>
                        </a:lnSpc>
                        <a:spcBef>
                          <a:spcPts val="0"/>
                        </a:spcBef>
                        <a:spcAft>
                          <a:spcPts val="0"/>
                        </a:spcAft>
                        <a:buClr>
                          <a:schemeClr val="dk1"/>
                        </a:buClr>
                        <a:buSzPts val="1100"/>
                        <a:buFont typeface="Arial"/>
                        <a:buNone/>
                      </a:pPr>
                      <a:r>
                        <a:rPr lang="en-US" sz="800" u="none" cap="none" strike="noStrike">
                          <a:solidFill>
                            <a:schemeClr val="dk1"/>
                          </a:solidFill>
                        </a:rPr>
                        <a:t>Binary</a:t>
                      </a:r>
                      <a:endParaRPr sz="800" u="none" cap="none" strike="noStrike">
                        <a:solidFill>
                          <a:schemeClr val="dk1"/>
                        </a:solidFill>
                      </a:endParaRPr>
                    </a:p>
                    <a:p>
                      <a:pPr indent="0" lvl="0" marL="0" marR="0" rtl="0" algn="just">
                        <a:lnSpc>
                          <a:spcPct val="100000"/>
                        </a:lnSpc>
                        <a:spcBef>
                          <a:spcPts val="0"/>
                        </a:spcBef>
                        <a:spcAft>
                          <a:spcPts val="0"/>
                        </a:spcAft>
                        <a:buClr>
                          <a:schemeClr val="dk1"/>
                        </a:buClr>
                        <a:buSzPts val="1100"/>
                        <a:buFont typeface="Arial"/>
                        <a:buNone/>
                      </a:pPr>
                      <a:r>
                        <a:rPr lang="en-US" sz="800" u="none" cap="none" strike="noStrike">
                          <a:solidFill>
                            <a:schemeClr val="dk1"/>
                          </a:solidFill>
                        </a:rPr>
                        <a:t>PSO) [2]</a:t>
                      </a:r>
                      <a:endParaRPr sz="800" u="none" cap="none" strike="noStrike"/>
                    </a:p>
                  </a:txBody>
                  <a:tcPr marT="91425" marB="91425" marR="91425" marL="91425">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Filter</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Binary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Multi-</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This approach focussed on maximization of relevance between features and class labels and minimization of feature repetition</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Generates better and smaller subset of feature with high accuracy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1700">
                <a:tc>
                  <a:txBody>
                    <a:bodyPr/>
                    <a:lstStyle/>
                    <a:p>
                      <a:pPr indent="0" lvl="0" marL="0" marR="0" rtl="0" algn="just">
                        <a:lnSpc>
                          <a:spcPct val="100000"/>
                        </a:lnSpc>
                        <a:spcBef>
                          <a:spcPts val="0"/>
                        </a:spcBef>
                        <a:spcAft>
                          <a:spcPts val="0"/>
                        </a:spcAft>
                        <a:buClr>
                          <a:srgbClr val="000000"/>
                        </a:buClr>
                        <a:buSzPts val="800"/>
                        <a:buFont typeface="Arial"/>
                        <a:buNone/>
                      </a:pPr>
                      <a:r>
                        <a:rPr lang="en-US" sz="800" u="none" cap="none" strike="noStrike"/>
                        <a:t>Binary ABC (Binary</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Artificial Bee Colony) [3]</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Wrapper</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Binary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Multi-</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Uses the well-known similarity measures in Jaccard coefficient</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Effective feature selection with high accuracy</a:t>
                      </a:r>
                      <a:endParaRPr sz="800" u="none" cap="none" strike="noStrike"/>
                    </a:p>
                  </a:txBody>
                  <a:tcPr marT="91425" marB="91425" marR="91425" marL="91425">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r>
              <a:tr h="487700">
                <a:tc>
                  <a:txBody>
                    <a:bodyPr/>
                    <a:lstStyle/>
                    <a:p>
                      <a:pPr indent="0" lvl="0" marL="0" marR="0" rtl="0" algn="just">
                        <a:lnSpc>
                          <a:spcPct val="100000"/>
                        </a:lnSpc>
                        <a:spcBef>
                          <a:spcPts val="0"/>
                        </a:spcBef>
                        <a:spcAft>
                          <a:spcPts val="0"/>
                        </a:spcAft>
                        <a:buClr>
                          <a:srgbClr val="000000"/>
                        </a:buClr>
                        <a:buSzPts val="800"/>
                        <a:buFont typeface="Arial"/>
                        <a:buNone/>
                      </a:pPr>
                      <a:r>
                        <a:rPr lang="en-US" sz="800" u="none" cap="none" strike="noStrike"/>
                        <a:t>MBACO (Modified Binary</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Coded</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Ant Colony Optimization) [4]</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Wrapper</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Binary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Multi-</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p>
                  </a:txBody>
                  <a:tcPr marT="91425" marB="91425" marR="91425" marL="91425">
                    <a:lnL cap="flat" cmpd="sng" w="12700">
                      <a:solidFill>
                        <a:srgbClr val="000000"/>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High Accuracy, with fewer features</a:t>
                      </a:r>
                      <a:endParaRPr sz="800" u="none" cap="none" strike="noStrike"/>
                    </a:p>
                  </a:txBody>
                  <a:tcPr marT="91425" marB="91425" marR="91425" marL="91425">
                    <a:lnT cap="flat" cmpd="sng" w="12700">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This approach leads to a robust and highly efficient FS method</a:t>
                      </a:r>
                      <a:endParaRPr sz="800" u="none" cap="none" strike="noStrike"/>
                    </a:p>
                  </a:txBody>
                  <a:tcPr marT="91425" marB="91425" marR="91425" marL="91425"/>
                </a:tc>
              </a:tr>
              <a:tr h="541475">
                <a:tc>
                  <a:txBody>
                    <a:bodyPr/>
                    <a:lstStyle/>
                    <a:p>
                      <a:pPr indent="0" lvl="0" marL="0" marR="0" rtl="0" algn="just">
                        <a:lnSpc>
                          <a:spcPct val="100000"/>
                        </a:lnSpc>
                        <a:spcBef>
                          <a:spcPts val="0"/>
                        </a:spcBef>
                        <a:spcAft>
                          <a:spcPts val="0"/>
                        </a:spcAft>
                        <a:buClr>
                          <a:srgbClr val="000000"/>
                        </a:buClr>
                        <a:buSzPts val="800"/>
                        <a:buFont typeface="Arial"/>
                        <a:buNone/>
                      </a:pPr>
                      <a:r>
                        <a:rPr lang="en-US" sz="800" u="none" cap="none" strike="noStrike"/>
                        <a:t>GCACO (Graph Clustering </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Ant Colony </a:t>
                      </a:r>
                      <a:endParaRPr sz="800" u="none" cap="none" strike="noStrike"/>
                    </a:p>
                    <a:p>
                      <a:pPr indent="0" lvl="0" marL="0" marR="0" rtl="0" algn="just">
                        <a:lnSpc>
                          <a:spcPct val="100000"/>
                        </a:lnSpc>
                        <a:spcBef>
                          <a:spcPts val="0"/>
                        </a:spcBef>
                        <a:spcAft>
                          <a:spcPts val="0"/>
                        </a:spcAft>
                        <a:buClr>
                          <a:srgbClr val="000000"/>
                        </a:buClr>
                        <a:buSzPts val="800"/>
                        <a:buFont typeface="Arial"/>
                        <a:buNone/>
                      </a:pPr>
                      <a:r>
                        <a:rPr lang="en-US" sz="800" u="none" cap="none" strike="noStrike"/>
                        <a:t>Optimization) [5]</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Filter</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Continuous</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solidFill>
                            <a:schemeClr val="dk1"/>
                          </a:solidFill>
                        </a:rPr>
                        <a:t>Single-</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solidFill>
                          <a:schemeClr val="dk1"/>
                        </a:solidFill>
                      </a:endParaRPr>
                    </a:p>
                  </a:txBody>
                  <a:tcPr marT="91425" marB="91425" marR="91425" marL="91425">
                    <a:lnL cap="flat" cmpd="sng" w="12700">
                      <a:solidFill>
                        <a:srgbClr val="000000"/>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A new separability index has been introduced and integrated with graph clustering strategy.</a:t>
                      </a:r>
                      <a:endParaRPr sz="800" u="none" cap="none" strike="noStrike"/>
                    </a:p>
                  </a:txBody>
                  <a:tcPr marT="91425" marB="91425" marR="91425" marL="91425"/>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Claimed to be better than the compared both filter and wrapper methods.</a:t>
                      </a:r>
                      <a:endParaRPr sz="800" u="none" cap="none" strike="noStrike"/>
                    </a:p>
                  </a:txBody>
                  <a:tcPr marT="91425" marB="91425" marR="91425" marL="91425"/>
                </a:tc>
              </a:tr>
              <a:tr h="613475">
                <a:tc>
                  <a:txBody>
                    <a:bodyPr/>
                    <a:lstStyle/>
                    <a:p>
                      <a:pPr indent="0" lvl="0" marL="0" marR="0" rtl="0" algn="just">
                        <a:lnSpc>
                          <a:spcPct val="100000"/>
                        </a:lnSpc>
                        <a:spcBef>
                          <a:spcPts val="0"/>
                        </a:spcBef>
                        <a:spcAft>
                          <a:spcPts val="0"/>
                        </a:spcAft>
                        <a:buClr>
                          <a:srgbClr val="000000"/>
                        </a:buClr>
                        <a:buSzPts val="800"/>
                        <a:buFont typeface="Arial"/>
                        <a:buNone/>
                      </a:pPr>
                      <a:r>
                        <a:rPr lang="en-US" sz="800" u="none" cap="none" strike="noStrike"/>
                        <a:t>Binary Cuckoo Search [6]</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Wrapper</a:t>
                      </a:r>
                      <a:endParaRPr sz="800" u="none" cap="none" strike="noStrike"/>
                    </a:p>
                  </a:txBody>
                  <a:tcPr marT="91425" marB="914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800"/>
                        <a:buFont typeface="Arial"/>
                        <a:buNone/>
                      </a:pPr>
                      <a:r>
                        <a:rPr lang="en-US" sz="800" u="none" cap="none" strike="noStrike"/>
                        <a:t>Binary</a:t>
                      </a:r>
                      <a:endParaRPr sz="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Single-</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Objective</a:t>
                      </a:r>
                      <a:endParaRPr sz="800" u="none" cap="none" strike="noStrike"/>
                    </a:p>
                  </a:txBody>
                  <a:tcPr marT="91425" marB="91425" marR="91425" marL="91425">
                    <a:lnL cap="flat" cmpd="sng" w="12700">
                      <a:solidFill>
                        <a:srgbClr val="000000"/>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Improve</a:t>
                      </a:r>
                      <a:endParaRPr sz="8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Accuracy</a:t>
                      </a:r>
                      <a:endParaRPr sz="800" u="none" cap="none" strike="noStrike"/>
                    </a:p>
                  </a:txBody>
                  <a:tcPr marT="91425" marB="91425" marR="91425" marL="91425"/>
                </a:tc>
                <a:tc>
                  <a:txBody>
                    <a:bodyPr/>
                    <a:lstStyle/>
                    <a:p>
                      <a:pPr indent="0" lvl="0" marL="0" marR="0" rtl="0" algn="ctr">
                        <a:lnSpc>
                          <a:spcPct val="100000"/>
                        </a:lnSpc>
                        <a:spcBef>
                          <a:spcPts val="0"/>
                        </a:spcBef>
                        <a:spcAft>
                          <a:spcPts val="0"/>
                        </a:spcAft>
                        <a:buClr>
                          <a:schemeClr val="dk1"/>
                        </a:buClr>
                        <a:buSzPts val="1100"/>
                        <a:buFont typeface="Arial"/>
                        <a:buNone/>
                      </a:pPr>
                      <a:r>
                        <a:rPr lang="en-US" sz="800" u="none" cap="none" strike="noStrike">
                          <a:solidFill>
                            <a:schemeClr val="dk1"/>
                          </a:solidFill>
                        </a:rPr>
                        <a:t>This approach uses optimum forest path as a classifier to produce 40% better results with better feature subsets</a:t>
                      </a:r>
                      <a:endParaRPr sz="800" u="none" cap="none" strike="noStrike"/>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0"/>
          <p:cNvSpPr txBox="1"/>
          <p:nvPr/>
        </p:nvSpPr>
        <p:spPr>
          <a:xfrm>
            <a:off x="363675" y="860950"/>
            <a:ext cx="8528100" cy="197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550"/>
              </a:spcBef>
              <a:spcAft>
                <a:spcPts val="0"/>
              </a:spcAft>
              <a:buClr>
                <a:srgbClr val="000000"/>
              </a:buClr>
              <a:buSzPts val="1400"/>
              <a:buFont typeface="Arial"/>
              <a:buNone/>
            </a:pPr>
            <a:r>
              <a:rPr b="1" i="0" lang="en-US" sz="1400" u="none" cap="none" strike="noStrike">
                <a:solidFill>
                  <a:schemeClr val="dk1"/>
                </a:solidFill>
                <a:latin typeface="Gill Sans"/>
                <a:ea typeface="Gill Sans"/>
                <a:cs typeface="Gill Sans"/>
                <a:sym typeface="Gill Sans"/>
              </a:rPr>
              <a:t>Dataset Description</a:t>
            </a:r>
            <a:endParaRPr b="1" i="0" sz="1400" u="none" cap="none" strike="noStrike">
              <a:solidFill>
                <a:schemeClr val="dk1"/>
              </a:solidFill>
              <a:latin typeface="Gill Sans"/>
              <a:ea typeface="Gill Sans"/>
              <a:cs typeface="Gill Sans"/>
              <a:sym typeface="Gill Sans"/>
            </a:endParaRPr>
          </a:p>
          <a:p>
            <a:pPr indent="0" lvl="0" marL="0" marR="0" rtl="0" algn="l">
              <a:lnSpc>
                <a:spcPct val="100000"/>
              </a:lnSpc>
              <a:spcBef>
                <a:spcPts val="550"/>
              </a:spcBef>
              <a:spcAft>
                <a:spcPts val="0"/>
              </a:spcAft>
              <a:buClr>
                <a:srgbClr val="000000"/>
              </a:buClr>
              <a:buSzPts val="1400"/>
              <a:buFont typeface="Arial"/>
              <a:buNone/>
            </a:pPr>
            <a:r>
              <a:t/>
            </a:r>
            <a:endParaRPr b="0" i="0" sz="1400" u="none" cap="none" strike="noStrike">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Times New Roman"/>
                <a:ea typeface="Times New Roman"/>
                <a:cs typeface="Times New Roman"/>
                <a:sym typeface="Times New Roman"/>
              </a:rPr>
              <a:t>While mentioning description of dataset, we will consider different aspects such as dataset size, feature space, target variable, data distribution, dataset source and its availability.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Times New Roman"/>
                <a:ea typeface="Times New Roman"/>
                <a:cs typeface="Times New Roman"/>
                <a:sym typeface="Times New Roman"/>
              </a:rPr>
              <a:t>Cancer dataset and wine datasets is widely used as common datasets along with iris dataset, annealing dataset, Breast cancer, Meta data, Zoo dataset, Cloud dataset and much more.</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1"/>
          <p:cNvSpPr txBox="1"/>
          <p:nvPr/>
        </p:nvSpPr>
        <p:spPr>
          <a:xfrm>
            <a:off x="285720" y="357172"/>
            <a:ext cx="8647680" cy="928694"/>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572314"/>
                </a:solidFill>
                <a:latin typeface="Times New Roman"/>
                <a:ea typeface="Times New Roman"/>
                <a:cs typeface="Times New Roman"/>
                <a:sym typeface="Times New Roman"/>
              </a:rPr>
              <a:t>Schematic Layout/Model Diagram</a:t>
            </a:r>
            <a:br>
              <a:rPr b="1" i="0" lang="en-US" sz="3600" u="none" cap="none" strike="noStrike">
                <a:solidFill>
                  <a:schemeClr val="dk1"/>
                </a:solidFill>
                <a:latin typeface="Arial"/>
                <a:ea typeface="Arial"/>
                <a:cs typeface="Arial"/>
                <a:sym typeface="Arial"/>
              </a:rPr>
            </a:br>
            <a:endParaRPr b="1" i="0" sz="3600" u="none" cap="none" strike="noStrike">
              <a:solidFill>
                <a:srgbClr val="000000"/>
              </a:solidFill>
              <a:latin typeface="Gill Sans"/>
              <a:ea typeface="Gill Sans"/>
              <a:cs typeface="Gill Sans"/>
              <a:sym typeface="Gill Sans"/>
            </a:endParaRPr>
          </a:p>
        </p:txBody>
      </p:sp>
      <p:sp>
        <p:nvSpPr>
          <p:cNvPr id="648" name="Google Shape;648;p81"/>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49" name="Google Shape;649;p81"/>
          <p:cNvPicPr preferRelativeResize="0"/>
          <p:nvPr/>
        </p:nvPicPr>
        <p:blipFill rotWithShape="1">
          <a:blip r:embed="rId3">
            <a:alphaModFix/>
          </a:blip>
          <a:srcRect b="0" l="0" r="0" t="0"/>
          <a:stretch/>
        </p:blipFill>
        <p:spPr>
          <a:xfrm>
            <a:off x="8172400" y="27000"/>
            <a:ext cx="864096" cy="762210"/>
          </a:xfrm>
          <a:prstGeom prst="rect">
            <a:avLst/>
          </a:prstGeom>
          <a:noFill/>
          <a:ln>
            <a:noFill/>
          </a:ln>
        </p:spPr>
      </p:pic>
      <p:pic>
        <p:nvPicPr>
          <p:cNvPr id="650" name="Google Shape;650;p81"/>
          <p:cNvPicPr preferRelativeResize="0"/>
          <p:nvPr/>
        </p:nvPicPr>
        <p:blipFill rotWithShape="1">
          <a:blip r:embed="rId4">
            <a:alphaModFix/>
          </a:blip>
          <a:srcRect b="4361" l="0" r="11134" t="1838"/>
          <a:stretch/>
        </p:blipFill>
        <p:spPr>
          <a:xfrm>
            <a:off x="2259050" y="853525"/>
            <a:ext cx="4242699" cy="4030201"/>
          </a:xfrm>
          <a:prstGeom prst="rect">
            <a:avLst/>
          </a:prstGeom>
          <a:noFill/>
          <a:ln>
            <a:noFill/>
          </a:ln>
        </p:spPr>
      </p:pic>
      <p:sp>
        <p:nvSpPr>
          <p:cNvPr id="651" name="Google Shape;651;p81"/>
          <p:cNvSpPr txBox="1"/>
          <p:nvPr/>
        </p:nvSpPr>
        <p:spPr>
          <a:xfrm>
            <a:off x="2011375" y="4743300"/>
            <a:ext cx="52623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A generalized working principle of Swarm Intelligence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2"/>
          <p:cNvSpPr txBox="1"/>
          <p:nvPr/>
        </p:nvSpPr>
        <p:spPr>
          <a:xfrm>
            <a:off x="73325" y="242475"/>
            <a:ext cx="8859900" cy="452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72314"/>
                </a:solidFill>
                <a:latin typeface="Times New Roman"/>
                <a:ea typeface="Times New Roman"/>
                <a:cs typeface="Times New Roman"/>
                <a:sym typeface="Times New Roman"/>
              </a:rPr>
              <a:t>Methods/Tools/Algorithms used</a:t>
            </a:r>
            <a:endParaRPr b="1" i="0" sz="2400" u="none" cap="none" strike="noStrike">
              <a:solidFill>
                <a:srgbClr val="000000"/>
              </a:solidFill>
              <a:latin typeface="Times New Roman"/>
              <a:ea typeface="Times New Roman"/>
              <a:cs typeface="Times New Roman"/>
              <a:sym typeface="Times New Roman"/>
            </a:endParaRPr>
          </a:p>
        </p:txBody>
      </p:sp>
      <p:sp>
        <p:nvSpPr>
          <p:cNvPr id="657" name="Google Shape;657;p82"/>
          <p:cNvSpPr txBox="1"/>
          <p:nvPr/>
        </p:nvSpPr>
        <p:spPr>
          <a:xfrm>
            <a:off x="5084425" y="1034050"/>
            <a:ext cx="3848700" cy="4139400"/>
          </a:xfrm>
          <a:prstGeom prst="rect">
            <a:avLst/>
          </a:prstGeom>
          <a:noFill/>
          <a:ln>
            <a:noFill/>
          </a:ln>
        </p:spPr>
        <p:txBody>
          <a:bodyPr anchorCtr="0" anchor="t" bIns="45000" lIns="90000" spcFirstLastPara="1" rIns="90000" wrap="square" tIns="45000">
            <a:noAutofit/>
          </a:bodyPr>
          <a:lstStyle/>
          <a:p>
            <a:pPr indent="0" lvl="0" marL="0" marR="0" rtl="0" algn="just">
              <a:lnSpc>
                <a:spcPct val="100000"/>
              </a:lnSpc>
              <a:spcBef>
                <a:spcPts val="0"/>
              </a:spcBef>
              <a:spcAft>
                <a:spcPts val="0"/>
              </a:spcAft>
              <a:buClr>
                <a:srgbClr val="000000"/>
              </a:buClr>
              <a:buSzPts val="1100"/>
              <a:buFont typeface="Arial"/>
              <a:buNone/>
            </a:pPr>
            <a:r>
              <a:rPr b="1" i="0" lang="en-US" sz="1600" u="none" cap="none" strike="noStrike">
                <a:solidFill>
                  <a:srgbClr val="000000"/>
                </a:solidFill>
                <a:latin typeface="Times New Roman"/>
                <a:ea typeface="Times New Roman"/>
                <a:cs typeface="Times New Roman"/>
                <a:sym typeface="Times New Roman"/>
              </a:rPr>
              <a:t>PSO</a:t>
            </a:r>
            <a:r>
              <a:rPr b="0" i="0" lang="en-US" sz="1600" u="none" cap="none" strike="noStrike">
                <a:solidFill>
                  <a:srgbClr val="000000"/>
                </a:solidFill>
                <a:latin typeface="Times New Roman"/>
                <a:ea typeface="Times New Roman"/>
                <a:cs typeface="Times New Roman"/>
                <a:sym typeface="Times New Roman"/>
              </a:rPr>
              <a:t> is inspired by the collective behavior of social organisms, such as flocks of birds or schools of fish. </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Times New Roman"/>
                <a:ea typeface="Times New Roman"/>
                <a:cs typeface="Times New Roman"/>
                <a:sym typeface="Times New Roman"/>
              </a:rPr>
              <a:t>Equation used for calculating velocity:</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100"/>
              <a:buFont typeface="Arial"/>
              <a:buNone/>
            </a:pPr>
            <a:r>
              <a:rPr b="0" i="0" lang="en-US" sz="1600" u="none" cap="none" strike="noStrike">
                <a:solidFill>
                  <a:srgbClr val="202122"/>
                </a:solidFill>
                <a:highlight>
                  <a:srgbClr val="FFFFFF"/>
                </a:highlight>
                <a:latin typeface="Times New Roman"/>
                <a:ea typeface="Times New Roman"/>
                <a:cs typeface="Times New Roman"/>
                <a:sym typeface="Times New Roman"/>
              </a:rPr>
              <a:t>v</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 wv</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+c</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1</a:t>
            </a:r>
            <a:r>
              <a:rPr b="0" i="0" lang="en-US" sz="1600" u="none" cap="none" strike="noStrike">
                <a:solidFill>
                  <a:srgbClr val="202122"/>
                </a:solidFill>
                <a:highlight>
                  <a:srgbClr val="FFFFFF"/>
                </a:highlight>
                <a:latin typeface="Times New Roman"/>
                <a:ea typeface="Times New Roman"/>
                <a:cs typeface="Times New Roman"/>
                <a:sym typeface="Times New Roman"/>
              </a:rPr>
              <a:t>r</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1</a:t>
            </a:r>
            <a:r>
              <a:rPr b="0" i="0" lang="en-US" sz="1600" u="none" cap="none" strike="noStrike">
                <a:solidFill>
                  <a:srgbClr val="202122"/>
                </a:solidFill>
                <a:highlight>
                  <a:srgbClr val="FFFFFF"/>
                </a:highlight>
                <a:latin typeface="Times New Roman"/>
                <a:ea typeface="Times New Roman"/>
                <a:cs typeface="Times New Roman"/>
                <a:sym typeface="Times New Roman"/>
              </a:rPr>
              <a:t> (pbest</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 x</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 c</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2</a:t>
            </a:r>
            <a:r>
              <a:rPr b="0" i="0" lang="en-US" sz="1600" u="none" cap="none" strike="noStrike">
                <a:solidFill>
                  <a:srgbClr val="202122"/>
                </a:solidFill>
                <a:highlight>
                  <a:srgbClr val="FFFFFF"/>
                </a:highlight>
                <a:latin typeface="Times New Roman"/>
                <a:ea typeface="Times New Roman"/>
                <a:cs typeface="Times New Roman"/>
                <a:sym typeface="Times New Roman"/>
              </a:rPr>
              <a:t>r</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2</a:t>
            </a:r>
            <a:r>
              <a:rPr b="0" i="0" lang="en-US" sz="1600" u="none" cap="none" strike="noStrike">
                <a:solidFill>
                  <a:srgbClr val="202122"/>
                </a:solidFill>
                <a:highlight>
                  <a:srgbClr val="FFFFFF"/>
                </a:highlight>
                <a:latin typeface="Times New Roman"/>
                <a:ea typeface="Times New Roman"/>
                <a:cs typeface="Times New Roman"/>
                <a:sym typeface="Times New Roman"/>
              </a:rPr>
              <a:t> (gbest</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 x</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a:t>
            </a:r>
            <a:endParaRPr b="0" i="0" sz="16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Times New Roman"/>
                <a:ea typeface="Times New Roman"/>
                <a:cs typeface="Times New Roman"/>
                <a:sym typeface="Times New Roman"/>
              </a:rPr>
              <a:t>Equation used for calculating position:</a:t>
            </a:r>
            <a:endParaRPr b="0" i="0" sz="16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100"/>
              <a:buFont typeface="Arial"/>
              <a:buNone/>
            </a:pPr>
            <a:r>
              <a:rPr b="0" i="0" lang="en-US" sz="1600" u="none" cap="none" strike="noStrike">
                <a:solidFill>
                  <a:srgbClr val="202122"/>
                </a:solidFill>
                <a:highlight>
                  <a:srgbClr val="FFFFFF"/>
                </a:highlight>
                <a:latin typeface="Times New Roman"/>
                <a:ea typeface="Times New Roman"/>
                <a:cs typeface="Times New Roman"/>
                <a:sym typeface="Times New Roman"/>
              </a:rPr>
              <a:t>x</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k+1</a:t>
            </a:r>
            <a:r>
              <a:rPr b="0" i="0" lang="en-US" sz="1600" u="none" cap="none" strike="noStrike">
                <a:solidFill>
                  <a:srgbClr val="202122"/>
                </a:solidFill>
                <a:highlight>
                  <a:srgbClr val="FFFFFF"/>
                </a:highlight>
                <a:latin typeface="Times New Roman"/>
                <a:ea typeface="Times New Roman"/>
                <a:cs typeface="Times New Roman"/>
                <a:sym typeface="Times New Roman"/>
              </a:rPr>
              <a:t> = x</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a:t>
            </a:r>
            <a:r>
              <a:rPr b="0" i="0" lang="en-US" sz="1600" u="none" cap="none" strike="noStrike">
                <a:solidFill>
                  <a:srgbClr val="202122"/>
                </a:solidFill>
                <a:highlight>
                  <a:srgbClr val="FFFFFF"/>
                </a:highlight>
                <a:latin typeface="Times New Roman"/>
                <a:ea typeface="Times New Roman"/>
                <a:cs typeface="Times New Roman"/>
                <a:sym typeface="Times New Roman"/>
              </a:rPr>
              <a:t> + v</a:t>
            </a:r>
            <a:r>
              <a:rPr b="0" baseline="-25000" i="0" lang="en-US" sz="1600" u="none" cap="none" strike="noStrike">
                <a:solidFill>
                  <a:srgbClr val="202122"/>
                </a:solidFill>
                <a:highlight>
                  <a:srgbClr val="FFFFFF"/>
                </a:highlight>
                <a:latin typeface="Times New Roman"/>
                <a:ea typeface="Times New Roman"/>
                <a:cs typeface="Times New Roman"/>
                <a:sym typeface="Times New Roman"/>
              </a:rPr>
              <a:t>i</a:t>
            </a:r>
            <a:r>
              <a:rPr b="0" baseline="30000" i="0" lang="en-US" sz="1600" u="none" cap="none" strike="noStrike">
                <a:solidFill>
                  <a:srgbClr val="202122"/>
                </a:solidFill>
                <a:highlight>
                  <a:srgbClr val="FFFFFF"/>
                </a:highlight>
                <a:latin typeface="Times New Roman"/>
                <a:ea typeface="Times New Roman"/>
                <a:cs typeface="Times New Roman"/>
                <a:sym typeface="Times New Roman"/>
              </a:rPr>
              <a:t>k+1</a:t>
            </a:r>
            <a:endParaRPr b="0" baseline="30000" i="0" sz="16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Times New Roman"/>
                <a:ea typeface="Times New Roman"/>
                <a:cs typeface="Times New Roman"/>
                <a:sym typeface="Times New Roman"/>
              </a:rPr>
              <a:t>where vik is the velocity of the i th particle at the K th iteration, and xik is the current position of the i th particle at the k th iteration. c1, c2  are positive constants, and </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Times New Roman"/>
                <a:ea typeface="Times New Roman"/>
                <a:cs typeface="Times New Roman"/>
                <a:sym typeface="Times New Roman"/>
              </a:rPr>
              <a:t>r1 , r2 are two random variables with uniform distribution between 0 and 1.w is the inertia weight</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658" name="Google Shape;658;p82"/>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59" name="Google Shape;659;p82"/>
          <p:cNvPicPr preferRelativeResize="0"/>
          <p:nvPr/>
        </p:nvPicPr>
        <p:blipFill rotWithShape="1">
          <a:blip r:embed="rId3">
            <a:alphaModFix/>
          </a:blip>
          <a:srcRect b="0" l="0" r="0" t="0"/>
          <a:stretch/>
        </p:blipFill>
        <p:spPr>
          <a:xfrm>
            <a:off x="8100392" y="39690"/>
            <a:ext cx="970168" cy="849960"/>
          </a:xfrm>
          <a:prstGeom prst="rect">
            <a:avLst/>
          </a:prstGeom>
          <a:noFill/>
          <a:ln>
            <a:noFill/>
          </a:ln>
        </p:spPr>
      </p:pic>
      <p:pic>
        <p:nvPicPr>
          <p:cNvPr id="660" name="Google Shape;660;p82"/>
          <p:cNvPicPr preferRelativeResize="0"/>
          <p:nvPr/>
        </p:nvPicPr>
        <p:blipFill rotWithShape="1">
          <a:blip r:embed="rId4">
            <a:alphaModFix/>
          </a:blip>
          <a:srcRect b="0" l="11203" r="5065" t="0"/>
          <a:stretch/>
        </p:blipFill>
        <p:spPr>
          <a:xfrm>
            <a:off x="541850" y="889650"/>
            <a:ext cx="3313248" cy="4091250"/>
          </a:xfrm>
          <a:prstGeom prst="rect">
            <a:avLst/>
          </a:prstGeom>
          <a:noFill/>
          <a:ln>
            <a:noFill/>
          </a:ln>
        </p:spPr>
      </p:pic>
      <p:sp>
        <p:nvSpPr>
          <p:cNvPr id="661" name="Google Shape;661;p82"/>
          <p:cNvSpPr txBox="1"/>
          <p:nvPr/>
        </p:nvSpPr>
        <p:spPr>
          <a:xfrm>
            <a:off x="149225" y="602950"/>
            <a:ext cx="37971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Times New Roman"/>
                <a:ea typeface="Times New Roman"/>
                <a:cs typeface="Times New Roman"/>
                <a:sym typeface="Times New Roman"/>
              </a:rPr>
              <a:t>Particle Swarm Optimization (PSO):</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83"/>
          <p:cNvSpPr txBox="1"/>
          <p:nvPr/>
        </p:nvSpPr>
        <p:spPr>
          <a:xfrm>
            <a:off x="4572000" y="801850"/>
            <a:ext cx="4474500" cy="437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ACO</a:t>
            </a:r>
            <a:r>
              <a:rPr b="0" i="0" lang="en-US" sz="1600" u="none" cap="none" strike="noStrike">
                <a:solidFill>
                  <a:schemeClr val="dk1"/>
                </a:solidFill>
                <a:latin typeface="Times New Roman"/>
                <a:ea typeface="Times New Roman"/>
                <a:cs typeface="Times New Roman"/>
                <a:sym typeface="Times New Roman"/>
              </a:rPr>
              <a:t> is inspired by the foraging behavior of ants.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Edge Selection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[p(x,y)]^k = [Ƭ(x,y)]^𝝰 * [ƞ(x,y)]^𝛃 / ∑(z E allowed(x)) * [Ƭ(x,z)]^𝝰 * [ƞ(x,z)]^𝛃</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Pheromone Update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Global pheromone updating rule :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Ƭ(x,y) ← (1-𝘱)Ƭ(x,y) + ∑(k to m){Δ[Ƭ(x,y)]^k}</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where Ƭ(x,y) is the amount of pheromone deposited for a state transition x,y</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{Δ[Ƭ(x,y)]^k} = {Q/L(k) : if ant k uses curve xy in its tour; 0 : otherwise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where L(k) is the cost of the kth ant's tour (typically length) and Q is a constant.</a:t>
            </a:r>
            <a:endParaRPr b="0" i="0" sz="1600" u="none" cap="none" strike="noStrike">
              <a:solidFill>
                <a:schemeClr val="dk1"/>
              </a:solidFill>
              <a:latin typeface="Times New Roman"/>
              <a:ea typeface="Times New Roman"/>
              <a:cs typeface="Times New Roman"/>
              <a:sym typeface="Times New Roman"/>
            </a:endParaRPr>
          </a:p>
        </p:txBody>
      </p:sp>
      <p:pic>
        <p:nvPicPr>
          <p:cNvPr id="667" name="Google Shape;667;p83"/>
          <p:cNvPicPr preferRelativeResize="0"/>
          <p:nvPr/>
        </p:nvPicPr>
        <p:blipFill rotWithShape="1">
          <a:blip r:embed="rId3">
            <a:alphaModFix/>
          </a:blip>
          <a:srcRect b="0" l="25462" r="27445" t="0"/>
          <a:stretch/>
        </p:blipFill>
        <p:spPr>
          <a:xfrm>
            <a:off x="0" y="812523"/>
            <a:ext cx="4212650" cy="4141527"/>
          </a:xfrm>
          <a:prstGeom prst="rect">
            <a:avLst/>
          </a:prstGeom>
          <a:noFill/>
          <a:ln>
            <a:noFill/>
          </a:ln>
        </p:spPr>
      </p:pic>
      <p:sp>
        <p:nvSpPr>
          <p:cNvPr id="668" name="Google Shape;668;p83"/>
          <p:cNvSpPr txBox="1"/>
          <p:nvPr/>
        </p:nvSpPr>
        <p:spPr>
          <a:xfrm>
            <a:off x="268500" y="370750"/>
            <a:ext cx="6627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Times New Roman"/>
                <a:ea typeface="Times New Roman"/>
                <a:cs typeface="Times New Roman"/>
                <a:sym typeface="Times New Roman"/>
              </a:rPr>
              <a:t>Ant Colony Optimization (ACO):</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4"/>
          <p:cNvSpPr txBox="1"/>
          <p:nvPr/>
        </p:nvSpPr>
        <p:spPr>
          <a:xfrm>
            <a:off x="4647850" y="791625"/>
            <a:ext cx="4347600" cy="4125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ABC</a:t>
            </a:r>
            <a:r>
              <a:rPr b="0" i="0" lang="en-US" sz="1600" u="none" cap="none" strike="noStrike">
                <a:solidFill>
                  <a:schemeClr val="dk1"/>
                </a:solidFill>
                <a:latin typeface="Times New Roman"/>
                <a:ea typeface="Times New Roman"/>
                <a:cs typeface="Times New Roman"/>
                <a:sym typeface="Times New Roman"/>
              </a:rPr>
              <a:t> is inspired by the foraging behavior of honeybees.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Each employed bee X(i) generates a new candidate solution V(i) in the neighborhood of its present position as equation below:</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v(i,k) = x(i,k) + ∮(i,k) * (x(i,k) - x(j,k))</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Roulette wheel selection mechanism is described as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P(i) = fit(i) / ∑(j) fit(j)</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The scout bee discovers a new food source to be replaced with ith as in the equation below:</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Times New Roman"/>
                <a:ea typeface="Times New Roman"/>
                <a:cs typeface="Times New Roman"/>
                <a:sym typeface="Times New Roman"/>
              </a:rPr>
              <a:t>x(i,k) = lb(k) +  ∮(i,k) * ((ub(k) - lb(k))</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674" name="Google Shape;674;p84"/>
          <p:cNvPicPr preferRelativeResize="0"/>
          <p:nvPr/>
        </p:nvPicPr>
        <p:blipFill rotWithShape="1">
          <a:blip r:embed="rId3">
            <a:alphaModFix/>
          </a:blip>
          <a:srcRect b="6985" l="2311" r="6322" t="0"/>
          <a:stretch/>
        </p:blipFill>
        <p:spPr>
          <a:xfrm>
            <a:off x="215925" y="839250"/>
            <a:ext cx="4201872" cy="4125000"/>
          </a:xfrm>
          <a:prstGeom prst="rect">
            <a:avLst/>
          </a:prstGeom>
          <a:noFill/>
          <a:ln>
            <a:noFill/>
          </a:ln>
        </p:spPr>
      </p:pic>
      <p:sp>
        <p:nvSpPr>
          <p:cNvPr id="675" name="Google Shape;675;p84"/>
          <p:cNvSpPr txBox="1"/>
          <p:nvPr/>
        </p:nvSpPr>
        <p:spPr>
          <a:xfrm>
            <a:off x="215925" y="360525"/>
            <a:ext cx="40131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Times New Roman"/>
                <a:ea typeface="Times New Roman"/>
                <a:cs typeface="Times New Roman"/>
                <a:sym typeface="Times New Roman"/>
              </a:rPr>
              <a:t>Artificial Bee Colony (ABC):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5"/>
          <p:cNvSpPr txBox="1"/>
          <p:nvPr/>
        </p:nvSpPr>
        <p:spPr>
          <a:xfrm>
            <a:off x="4249250" y="832400"/>
            <a:ext cx="4593300" cy="378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CSA</a:t>
            </a:r>
            <a:r>
              <a:rPr b="0" i="0" lang="en-US" sz="1600" u="none" cap="none" strike="noStrike">
                <a:solidFill>
                  <a:schemeClr val="dk1"/>
                </a:solidFill>
                <a:latin typeface="Times New Roman"/>
                <a:ea typeface="Times New Roman"/>
                <a:cs typeface="Times New Roman"/>
                <a:sym typeface="Times New Roman"/>
              </a:rPr>
              <a:t> is inspired by the behavior of cuckoo birds during their reproduction process.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500"/>
              </a:spcBef>
              <a:spcAft>
                <a:spcPts val="0"/>
              </a:spcAft>
              <a:buClr>
                <a:srgbClr val="000000"/>
              </a:buClr>
              <a:buSzPts val="1600"/>
              <a:buFont typeface="Arial"/>
              <a:buNone/>
            </a:pPr>
            <a:r>
              <a:rPr b="0" i="0" lang="en-US" sz="1600" u="none" cap="none" strike="noStrike">
                <a:solidFill>
                  <a:srgbClr val="202122"/>
                </a:solidFill>
                <a:latin typeface="Times New Roman"/>
                <a:ea typeface="Times New Roman"/>
                <a:cs typeface="Times New Roman"/>
                <a:sym typeface="Times New Roman"/>
              </a:rPr>
              <a:t>An important issue is the applications of Lévy flights and random walks in the generic equation for generating new solutions</a:t>
            </a:r>
            <a:endParaRPr b="0" i="0" sz="1600" u="none" cap="none" strike="noStrike">
              <a:solidFill>
                <a:srgbClr val="202122"/>
              </a:solidFill>
              <a:latin typeface="Times New Roman"/>
              <a:ea typeface="Times New Roman"/>
              <a:cs typeface="Times New Roman"/>
              <a:sym typeface="Times New Roman"/>
            </a:endParaRPr>
          </a:p>
          <a:p>
            <a:pPr indent="0" lvl="0" marL="215900" marR="0" rtl="0" algn="just">
              <a:lnSpc>
                <a:spcPct val="115000"/>
              </a:lnSpc>
              <a:spcBef>
                <a:spcPts val="500"/>
              </a:spcBef>
              <a:spcAft>
                <a:spcPts val="0"/>
              </a:spcAft>
              <a:buClr>
                <a:srgbClr val="000000"/>
              </a:buClr>
              <a:buSzPts val="1600"/>
              <a:buFont typeface="Arial"/>
              <a:buNone/>
            </a:pPr>
            <a:r>
              <a:rPr b="0" i="0" lang="en-US" sz="1600" u="none" cap="none" strike="noStrike">
                <a:solidFill>
                  <a:srgbClr val="202122"/>
                </a:solidFill>
                <a:highlight>
                  <a:srgbClr val="FFFFFF"/>
                </a:highlight>
                <a:latin typeface="Times New Roman"/>
                <a:ea typeface="Times New Roman"/>
                <a:cs typeface="Times New Roman"/>
                <a:sym typeface="Times New Roman"/>
              </a:rPr>
              <a:t>x(t+1) = x(t) + sE(t),</a:t>
            </a:r>
            <a:endParaRPr b="0" i="0" sz="1600" u="none" cap="none" strike="noStrike">
              <a:solidFill>
                <a:srgbClr val="202122"/>
              </a:solidFill>
              <a:highlight>
                <a:srgbClr val="FFFFFF"/>
              </a:highlight>
              <a:latin typeface="Times New Roman"/>
              <a:ea typeface="Times New Roman"/>
              <a:cs typeface="Times New Roman"/>
              <a:sym typeface="Times New Roman"/>
            </a:endParaRPr>
          </a:p>
          <a:p>
            <a:pPr indent="0" lvl="0" marL="0" marR="0" rtl="0" algn="just">
              <a:lnSpc>
                <a:spcPct val="115000"/>
              </a:lnSpc>
              <a:spcBef>
                <a:spcPts val="700"/>
              </a:spcBef>
              <a:spcAft>
                <a:spcPts val="0"/>
              </a:spcAft>
              <a:buClr>
                <a:srgbClr val="000000"/>
              </a:buClr>
              <a:buSzPts val="1600"/>
              <a:buFont typeface="Arial"/>
              <a:buNone/>
            </a:pPr>
            <a:r>
              <a:rPr b="0" i="0" lang="en-US" sz="1600" u="none" cap="none" strike="noStrike">
                <a:solidFill>
                  <a:srgbClr val="202122"/>
                </a:solidFill>
                <a:latin typeface="Times New Roman"/>
                <a:ea typeface="Times New Roman"/>
                <a:cs typeface="Times New Roman"/>
                <a:sym typeface="Times New Roman"/>
              </a:rPr>
              <a:t>where </a:t>
            </a:r>
            <a:endParaRPr b="0" i="0" sz="1600" u="none" cap="none" strike="noStrike">
              <a:solidFill>
                <a:srgbClr val="202122"/>
              </a:solidFill>
              <a:latin typeface="Times New Roman"/>
              <a:ea typeface="Times New Roman"/>
              <a:cs typeface="Times New Roman"/>
              <a:sym typeface="Times New Roman"/>
            </a:endParaRPr>
          </a:p>
          <a:p>
            <a:pPr indent="0" lvl="0" marL="0" marR="0" rtl="0" algn="just">
              <a:lnSpc>
                <a:spcPct val="115000"/>
              </a:lnSpc>
              <a:spcBef>
                <a:spcPts val="500"/>
              </a:spcBef>
              <a:spcAft>
                <a:spcPts val="0"/>
              </a:spcAft>
              <a:buClr>
                <a:srgbClr val="000000"/>
              </a:buClr>
              <a:buSzPts val="1600"/>
              <a:buFont typeface="Arial"/>
              <a:buNone/>
            </a:pPr>
            <a:r>
              <a:rPr b="0" i="0" lang="en-US" sz="1600" u="none" cap="none" strike="noStrike">
                <a:solidFill>
                  <a:srgbClr val="202122"/>
                </a:solidFill>
                <a:latin typeface="Times New Roman"/>
                <a:ea typeface="Times New Roman"/>
                <a:cs typeface="Times New Roman"/>
                <a:sym typeface="Times New Roman"/>
              </a:rPr>
              <a:t>E(t) is drawn from a standard normal distribution with zero mean and unity standard deviation for random walks</a:t>
            </a:r>
            <a:endParaRPr b="0" i="0" sz="1600" u="none" cap="none" strike="noStrike">
              <a:solidFill>
                <a:srgbClr val="202122"/>
              </a:solidFill>
              <a:latin typeface="Times New Roman"/>
              <a:ea typeface="Times New Roman"/>
              <a:cs typeface="Times New Roman"/>
              <a:sym typeface="Times New Roman"/>
            </a:endParaRPr>
          </a:p>
          <a:p>
            <a:pPr indent="0" lvl="0" marL="0" marR="0" rtl="0" algn="just">
              <a:lnSpc>
                <a:spcPct val="115000"/>
              </a:lnSpc>
              <a:spcBef>
                <a:spcPts val="500"/>
              </a:spcBef>
              <a:spcAft>
                <a:spcPts val="500"/>
              </a:spcAft>
              <a:buClr>
                <a:schemeClr val="dk1"/>
              </a:buClr>
              <a:buSzPts val="1100"/>
              <a:buFont typeface="Arial"/>
              <a:buNone/>
            </a:pPr>
            <a:r>
              <a:t/>
            </a:r>
            <a:endParaRPr b="0" i="0" sz="1600" u="none" cap="none" strike="noStrike">
              <a:solidFill>
                <a:srgbClr val="202122"/>
              </a:solidFill>
              <a:latin typeface="Times New Roman"/>
              <a:ea typeface="Times New Roman"/>
              <a:cs typeface="Times New Roman"/>
              <a:sym typeface="Times New Roman"/>
            </a:endParaRPr>
          </a:p>
        </p:txBody>
      </p:sp>
      <p:pic>
        <p:nvPicPr>
          <p:cNvPr id="681" name="Google Shape;681;p85"/>
          <p:cNvPicPr preferRelativeResize="0"/>
          <p:nvPr/>
        </p:nvPicPr>
        <p:blipFill rotWithShape="1">
          <a:blip r:embed="rId3">
            <a:alphaModFix/>
          </a:blip>
          <a:srcRect b="0" l="28388" r="26615" t="-2595"/>
          <a:stretch/>
        </p:blipFill>
        <p:spPr>
          <a:xfrm>
            <a:off x="225350" y="821575"/>
            <a:ext cx="4023901" cy="4112000"/>
          </a:xfrm>
          <a:prstGeom prst="rect">
            <a:avLst/>
          </a:prstGeom>
          <a:noFill/>
          <a:ln>
            <a:noFill/>
          </a:ln>
        </p:spPr>
      </p:pic>
      <p:sp>
        <p:nvSpPr>
          <p:cNvPr id="682" name="Google Shape;682;p85"/>
          <p:cNvSpPr txBox="1"/>
          <p:nvPr/>
        </p:nvSpPr>
        <p:spPr>
          <a:xfrm>
            <a:off x="225350" y="401300"/>
            <a:ext cx="3654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Times New Roman"/>
                <a:ea typeface="Times New Roman"/>
                <a:cs typeface="Times New Roman"/>
                <a:sym typeface="Times New Roman"/>
              </a:rPr>
              <a:t>Cuckoo Search Algorithm (CSA):</a:t>
            </a:r>
            <a:endParaRPr b="0" i="0" sz="19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6"/>
          <p:cNvSpPr txBox="1"/>
          <p:nvPr/>
        </p:nvSpPr>
        <p:spPr>
          <a:xfrm>
            <a:off x="357350" y="206000"/>
            <a:ext cx="8576100" cy="857100"/>
          </a:xfrm>
          <a:prstGeom prst="rect">
            <a:avLst/>
          </a:prstGeom>
          <a:noFill/>
          <a:ln>
            <a:noFill/>
          </a:ln>
        </p:spPr>
        <p:txBody>
          <a:bodyPr anchorCtr="0" anchor="ctr" bIns="45000" lIns="90000" spcFirstLastPara="1" rIns="90000" wrap="square" tIns="45000">
            <a:normAutofit fontScale="55000" lnSpcReduction="20000"/>
          </a:bodyPr>
          <a:lstStyle/>
          <a:p>
            <a:pPr indent="0" lvl="0" marL="0" marR="0" rtl="0" algn="l">
              <a:lnSpc>
                <a:spcPct val="100000"/>
              </a:lnSpc>
              <a:spcBef>
                <a:spcPts val="0"/>
              </a:spcBef>
              <a:spcAft>
                <a:spcPts val="0"/>
              </a:spcAft>
              <a:buClr>
                <a:srgbClr val="000000"/>
              </a:buClr>
              <a:buSzPct val="100000"/>
              <a:buFont typeface="Arial"/>
              <a:buNone/>
            </a:pPr>
            <a:br>
              <a:rPr b="0" i="0" lang="en-US" sz="1800" u="none" cap="none" strike="noStrike">
                <a:solidFill>
                  <a:schemeClr val="dk1"/>
                </a:solidFill>
                <a:latin typeface="Arial"/>
                <a:ea typeface="Arial"/>
                <a:cs typeface="Arial"/>
                <a:sym typeface="Arial"/>
              </a:rPr>
            </a:br>
            <a:r>
              <a:rPr b="1" i="0" lang="en-US" sz="4500" u="none" cap="none" strike="noStrike">
                <a:solidFill>
                  <a:srgbClr val="572314"/>
                </a:solidFill>
                <a:latin typeface="Times New Roman"/>
                <a:ea typeface="Times New Roman"/>
                <a:cs typeface="Times New Roman"/>
                <a:sym typeface="Times New Roman"/>
              </a:rPr>
              <a:t>Summary</a:t>
            </a:r>
            <a:br>
              <a:rPr b="1" i="0" lang="en-US" sz="4500" u="none" cap="none" strike="noStrike">
                <a:solidFill>
                  <a:srgbClr val="572314"/>
                </a:solidFill>
                <a:latin typeface="Times New Roman"/>
                <a:ea typeface="Times New Roman"/>
                <a:cs typeface="Times New Roman"/>
                <a:sym typeface="Times New Roman"/>
              </a:rPr>
            </a:br>
            <a:endParaRPr b="1" i="0" sz="4500" u="none" cap="none" strike="noStrike">
              <a:solidFill>
                <a:srgbClr val="572314"/>
              </a:solidFill>
              <a:latin typeface="Times New Roman"/>
              <a:ea typeface="Times New Roman"/>
              <a:cs typeface="Times New Roman"/>
              <a:sym typeface="Times New Roman"/>
            </a:endParaRPr>
          </a:p>
        </p:txBody>
      </p:sp>
      <p:sp>
        <p:nvSpPr>
          <p:cNvPr id="688" name="Google Shape;688;p86"/>
          <p:cNvSpPr txBox="1"/>
          <p:nvPr/>
        </p:nvSpPr>
        <p:spPr>
          <a:xfrm>
            <a:off x="-31150" y="835575"/>
            <a:ext cx="9144000" cy="4087800"/>
          </a:xfrm>
          <a:prstGeom prst="rect">
            <a:avLst/>
          </a:prstGeom>
          <a:noFill/>
          <a:ln>
            <a:noFill/>
          </a:ln>
        </p:spPr>
        <p:txBody>
          <a:bodyPr anchorCtr="0" anchor="t" bIns="45000" lIns="90000" spcFirstLastPara="1" rIns="90000" wrap="square" tIns="45000">
            <a:noAutofit/>
          </a:bodyPr>
          <a:lstStyle/>
          <a:p>
            <a:pPr indent="-186439" lvl="1" marL="640080" marR="0" rtl="0" algn="just">
              <a:lnSpc>
                <a:spcPct val="100000"/>
              </a:lnSpc>
              <a:spcBef>
                <a:spcPts val="0"/>
              </a:spcBef>
              <a:spcAft>
                <a:spcPts val="0"/>
              </a:spcAft>
              <a:buClr>
                <a:srgbClr val="3891A7"/>
              </a:buClr>
              <a:buSzPts val="1600"/>
              <a:buFont typeface="Times New Roman"/>
              <a:buChar char="○"/>
            </a:pPr>
            <a:r>
              <a:rPr b="1" i="0" lang="en-US" sz="1600" u="none" cap="none" strike="noStrike">
                <a:solidFill>
                  <a:srgbClr val="000000"/>
                </a:solidFill>
                <a:latin typeface="Times New Roman"/>
                <a:ea typeface="Times New Roman"/>
                <a:cs typeface="Times New Roman"/>
                <a:sym typeface="Times New Roman"/>
              </a:rPr>
              <a:t>Uniqueness of Proposed System:</a:t>
            </a:r>
            <a:r>
              <a:rPr b="0" i="0" lang="en-US" sz="1600" u="none" cap="none" strike="noStrike">
                <a:solidFill>
                  <a:srgbClr val="000000"/>
                </a:solidFill>
                <a:latin typeface="Times New Roman"/>
                <a:ea typeface="Times New Roman"/>
                <a:cs typeface="Times New Roman"/>
                <a:sym typeface="Times New Roman"/>
              </a:rPr>
              <a:t> The study is unique as it evaluates the performance of these algorithms on the same dataset, under the same experimental conditions, and using the same performance metrics.</a:t>
            </a:r>
            <a:endParaRPr b="0" i="0" sz="1600" u="none" cap="none" strike="noStrike">
              <a:solidFill>
                <a:srgbClr val="000000"/>
              </a:solidFill>
              <a:latin typeface="Times New Roman"/>
              <a:ea typeface="Times New Roman"/>
              <a:cs typeface="Times New Roman"/>
              <a:sym typeface="Times New Roman"/>
            </a:endParaRPr>
          </a:p>
          <a:p>
            <a:pPr indent="0" lvl="0" marL="91440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86439" lvl="1" marL="640080" marR="0" rtl="0" algn="just">
              <a:lnSpc>
                <a:spcPct val="100000"/>
              </a:lnSpc>
              <a:spcBef>
                <a:spcPts val="550"/>
              </a:spcBef>
              <a:spcAft>
                <a:spcPts val="0"/>
              </a:spcAft>
              <a:buClr>
                <a:srgbClr val="3891A7"/>
              </a:buClr>
              <a:buSzPts val="1600"/>
              <a:buFont typeface="Times New Roman"/>
              <a:buChar char="○"/>
            </a:pPr>
            <a:r>
              <a:rPr b="1" i="0" lang="en-US" sz="1600" u="none" cap="none" strike="noStrike">
                <a:solidFill>
                  <a:srgbClr val="000000"/>
                </a:solidFill>
                <a:latin typeface="Times New Roman"/>
                <a:ea typeface="Times New Roman"/>
                <a:cs typeface="Times New Roman"/>
                <a:sym typeface="Times New Roman"/>
              </a:rPr>
              <a:t>Limitations of Proposed System: </a:t>
            </a:r>
            <a:endParaRPr b="1" i="0" sz="1600" u="none" cap="none" strike="noStrike">
              <a:solidFill>
                <a:srgbClr val="000000"/>
              </a:solidFill>
              <a:latin typeface="Times New Roman"/>
              <a:ea typeface="Times New Roman"/>
              <a:cs typeface="Times New Roman"/>
              <a:sym typeface="Times New Roman"/>
            </a:endParaRPr>
          </a:p>
          <a:p>
            <a:pPr indent="-330200" lvl="1" marL="914400" marR="0" rtl="0" algn="just">
              <a:lnSpc>
                <a:spcPct val="100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Times New Roman"/>
                <a:ea typeface="Times New Roman"/>
                <a:cs typeface="Times New Roman"/>
                <a:sym typeface="Times New Roman"/>
              </a:rPr>
              <a:t>It only focuses on comparing these four algorithms, and there may be other swarm intelligence algorithms that can also be effective for feature selection. </a:t>
            </a:r>
            <a:endParaRPr b="0" i="0" sz="1600" u="none" cap="none" strike="noStrike">
              <a:solidFill>
                <a:srgbClr val="000000"/>
              </a:solidFill>
              <a:latin typeface="Times New Roman"/>
              <a:ea typeface="Times New Roman"/>
              <a:cs typeface="Times New Roman"/>
              <a:sym typeface="Times New Roman"/>
            </a:endParaRPr>
          </a:p>
          <a:p>
            <a:pPr indent="-330200" lvl="1" marL="914400" marR="0" rtl="0" algn="just">
              <a:lnSpc>
                <a:spcPct val="100000"/>
              </a:lnSpc>
              <a:spcBef>
                <a:spcPts val="0"/>
              </a:spcBef>
              <a:spcAft>
                <a:spcPts val="0"/>
              </a:spcAft>
              <a:buClr>
                <a:srgbClr val="000000"/>
              </a:buClr>
              <a:buSzPts val="1600"/>
              <a:buFont typeface="Times New Roman"/>
              <a:buChar char="○"/>
            </a:pPr>
            <a:r>
              <a:rPr b="0" i="0" lang="en-US" sz="1600" u="none" cap="none" strike="noStrike">
                <a:solidFill>
                  <a:srgbClr val="000000"/>
                </a:solidFill>
                <a:latin typeface="Times New Roman"/>
                <a:ea typeface="Times New Roman"/>
                <a:cs typeface="Times New Roman"/>
                <a:sym typeface="Times New Roman"/>
              </a:rPr>
              <a:t>Additionally, the study does not consider the impact of different parameter settings on the performance of the algorithms.</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55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186439" lvl="1" marL="640080" marR="0" rtl="0" algn="just">
              <a:lnSpc>
                <a:spcPct val="100000"/>
              </a:lnSpc>
              <a:spcBef>
                <a:spcPts val="550"/>
              </a:spcBef>
              <a:spcAft>
                <a:spcPts val="0"/>
              </a:spcAft>
              <a:buClr>
                <a:srgbClr val="3891A7"/>
              </a:buClr>
              <a:buSzPts val="1600"/>
              <a:buFont typeface="Times New Roman"/>
              <a:buChar char="○"/>
            </a:pPr>
            <a:r>
              <a:rPr b="1" i="0" lang="en-US" sz="1600" u="none" cap="none" strike="noStrike">
                <a:solidFill>
                  <a:srgbClr val="000000"/>
                </a:solidFill>
                <a:latin typeface="Times New Roman"/>
                <a:ea typeface="Times New Roman"/>
                <a:cs typeface="Times New Roman"/>
                <a:sym typeface="Times New Roman"/>
              </a:rPr>
              <a:t>Future Scope of Proposed System:</a:t>
            </a:r>
            <a:r>
              <a:rPr b="0" i="0" lang="en-US" sz="1600" u="none" cap="none" strike="noStrike">
                <a:solidFill>
                  <a:srgbClr val="000000"/>
                </a:solidFill>
                <a:latin typeface="Times New Roman"/>
                <a:ea typeface="Times New Roman"/>
                <a:cs typeface="Times New Roman"/>
                <a:sym typeface="Times New Roman"/>
              </a:rPr>
              <a:t> The proposed system has the potential for future extensions, such as evaluating the performance of different swarm intelligence algorithms on different datasets, exploring the impact of different parameter settings, and combining the strengths of different algorithms to develop hybrid approaches for feature selection. </a:t>
            </a:r>
            <a:endParaRPr b="0" i="0" sz="1600" u="none" cap="none" strike="noStrike">
              <a:solidFill>
                <a:srgbClr val="000000"/>
              </a:solidFill>
              <a:latin typeface="Times New Roman"/>
              <a:ea typeface="Times New Roman"/>
              <a:cs typeface="Times New Roman"/>
              <a:sym typeface="Times New Roman"/>
            </a:endParaRPr>
          </a:p>
        </p:txBody>
      </p:sp>
      <p:sp>
        <p:nvSpPr>
          <p:cNvPr id="689" name="Google Shape;689;p8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690" name="Google Shape;690;p86"/>
          <p:cNvPicPr preferRelativeResize="0"/>
          <p:nvPr/>
        </p:nvPicPr>
        <p:blipFill rotWithShape="1">
          <a:blip r:embed="rId3">
            <a:alphaModFix/>
          </a:blip>
          <a:srcRect b="0" l="0" r="0" t="0"/>
          <a:stretch/>
        </p:blipFill>
        <p:spPr>
          <a:xfrm>
            <a:off x="8028384" y="87480"/>
            <a:ext cx="989256" cy="8499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p87"/>
          <p:cNvPicPr preferRelativeResize="0"/>
          <p:nvPr/>
        </p:nvPicPr>
        <p:blipFill rotWithShape="1">
          <a:blip r:embed="rId3">
            <a:alphaModFix/>
          </a:blip>
          <a:srcRect b="0" l="0" r="0" t="0"/>
          <a:stretch/>
        </p:blipFill>
        <p:spPr>
          <a:xfrm>
            <a:off x="152400" y="885725"/>
            <a:ext cx="8839199" cy="4118412"/>
          </a:xfrm>
          <a:prstGeom prst="rect">
            <a:avLst/>
          </a:prstGeom>
          <a:noFill/>
          <a:ln>
            <a:noFill/>
          </a:ln>
        </p:spPr>
      </p:pic>
      <p:sp>
        <p:nvSpPr>
          <p:cNvPr id="696" name="Google Shape;696;p87"/>
          <p:cNvSpPr txBox="1"/>
          <p:nvPr/>
        </p:nvSpPr>
        <p:spPr>
          <a:xfrm>
            <a:off x="348325" y="454625"/>
            <a:ext cx="5866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Feature Selection as future scope:</a:t>
            </a:r>
            <a:endParaRPr b="1" i="0" sz="16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8"/>
          <p:cNvSpPr txBox="1"/>
          <p:nvPr>
            <p:ph type="title"/>
          </p:nvPr>
        </p:nvSpPr>
        <p:spPr>
          <a:xfrm>
            <a:off x="500034" y="426751"/>
            <a:ext cx="8433366" cy="553998"/>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rgbClr val="572314"/>
              </a:buClr>
              <a:buSzPts val="2500"/>
              <a:buFont typeface="Times New Roman"/>
              <a:buNone/>
            </a:pPr>
            <a:r>
              <a:rPr b="1" lang="en-US">
                <a:solidFill>
                  <a:srgbClr val="572314"/>
                </a:solidFill>
                <a:latin typeface="Times New Roman"/>
                <a:ea typeface="Times New Roman"/>
                <a:cs typeface="Times New Roman"/>
                <a:sym typeface="Times New Roman"/>
              </a:rPr>
              <a:t>Bibliography</a:t>
            </a:r>
            <a:endParaRPr b="1">
              <a:solidFill>
                <a:srgbClr val="572314"/>
              </a:solidFill>
              <a:latin typeface="Times New Roman"/>
              <a:ea typeface="Times New Roman"/>
              <a:cs typeface="Times New Roman"/>
              <a:sym typeface="Times New Roman"/>
            </a:endParaRPr>
          </a:p>
        </p:txBody>
      </p:sp>
      <p:sp>
        <p:nvSpPr>
          <p:cNvPr id="702" name="Google Shape;702;p88"/>
          <p:cNvSpPr txBox="1"/>
          <p:nvPr>
            <p:ph idx="1" type="body"/>
          </p:nvPr>
        </p:nvSpPr>
        <p:spPr>
          <a:xfrm>
            <a:off x="445325" y="1430950"/>
            <a:ext cx="7978800" cy="3177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[1] </a:t>
            </a:r>
            <a:r>
              <a:rPr lang="en-US" sz="1200">
                <a:solidFill>
                  <a:srgbClr val="222222"/>
                </a:solidFill>
                <a:highlight>
                  <a:srgbClr val="FFFFFF"/>
                </a:highlight>
                <a:latin typeface="Arial"/>
                <a:ea typeface="Arial"/>
                <a:cs typeface="Arial"/>
                <a:sym typeface="Arial"/>
              </a:rPr>
              <a:t>Koumi, F., Aldasht, M., &amp; Tamimi, H. (2019, June). Efficient feature selection using particle swarm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optimization: a hybrid filters-wrapper approach. In </a:t>
            </a:r>
            <a:r>
              <a:rPr i="1" lang="en-US" sz="1200">
                <a:solidFill>
                  <a:srgbClr val="222222"/>
                </a:solidFill>
                <a:highlight>
                  <a:srgbClr val="FFFFFF"/>
                </a:highlight>
                <a:latin typeface="Arial"/>
                <a:ea typeface="Arial"/>
                <a:cs typeface="Arial"/>
                <a:sym typeface="Arial"/>
              </a:rPr>
              <a:t>2019 10th international conference on information </a:t>
            </a:r>
            <a:endParaRPr i="1"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i="1" lang="en-US" sz="1200">
                <a:solidFill>
                  <a:srgbClr val="222222"/>
                </a:solidFill>
                <a:highlight>
                  <a:srgbClr val="FFFFFF"/>
                </a:highlight>
                <a:latin typeface="Arial"/>
                <a:ea typeface="Arial"/>
                <a:cs typeface="Arial"/>
                <a:sym typeface="Arial"/>
              </a:rPr>
              <a:t>     and communication systems (ICICS)</a:t>
            </a:r>
            <a:r>
              <a:rPr lang="en-US" sz="1200">
                <a:solidFill>
                  <a:srgbClr val="222222"/>
                </a:solidFill>
                <a:highlight>
                  <a:srgbClr val="FFFFFF"/>
                </a:highlight>
                <a:latin typeface="Arial"/>
                <a:ea typeface="Arial"/>
                <a:cs typeface="Arial"/>
                <a:sym typeface="Arial"/>
              </a:rPr>
              <a:t> (pp. 122-127). IEEE.</a:t>
            </a:r>
            <a:endParaRPr sz="13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[2] </a:t>
            </a:r>
            <a:r>
              <a:rPr lang="en-US" sz="1200">
                <a:solidFill>
                  <a:srgbClr val="222222"/>
                </a:solidFill>
                <a:highlight>
                  <a:srgbClr val="FFFFFF"/>
                </a:highlight>
                <a:latin typeface="Arial"/>
                <a:ea typeface="Arial"/>
                <a:cs typeface="Arial"/>
                <a:sym typeface="Arial"/>
              </a:rPr>
              <a:t>Xue, B., Zhang, M., Browne, W. N., &amp; Yao, X. (2015). A survey on evolutionary computation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approaches to feature selection. </a:t>
            </a:r>
            <a:r>
              <a:rPr i="1" lang="en-US" sz="1200">
                <a:solidFill>
                  <a:srgbClr val="222222"/>
                </a:solidFill>
                <a:highlight>
                  <a:srgbClr val="FFFFFF"/>
                </a:highlight>
                <a:latin typeface="Arial"/>
                <a:ea typeface="Arial"/>
                <a:cs typeface="Arial"/>
                <a:sym typeface="Arial"/>
              </a:rPr>
              <a:t>IEEE Transactions on evolutionary computation</a:t>
            </a:r>
            <a:r>
              <a:rPr lang="en-US" sz="1200">
                <a:solidFill>
                  <a:srgbClr val="222222"/>
                </a:solidFill>
                <a:highlight>
                  <a:srgbClr val="FFFFFF"/>
                </a:highlight>
                <a:latin typeface="Arial"/>
                <a:ea typeface="Arial"/>
                <a:cs typeface="Arial"/>
                <a:sym typeface="Arial"/>
              </a:rPr>
              <a:t>, </a:t>
            </a:r>
            <a:r>
              <a:rPr i="1" lang="en-US" sz="1200">
                <a:solidFill>
                  <a:srgbClr val="222222"/>
                </a:solidFill>
                <a:highlight>
                  <a:srgbClr val="FFFFFF"/>
                </a:highlight>
                <a:latin typeface="Arial"/>
                <a:ea typeface="Arial"/>
                <a:cs typeface="Arial"/>
                <a:sym typeface="Arial"/>
              </a:rPr>
              <a:t>20</a:t>
            </a:r>
            <a:r>
              <a:rPr lang="en-US" sz="1200">
                <a:solidFill>
                  <a:srgbClr val="222222"/>
                </a:solidFill>
                <a:highlight>
                  <a:srgbClr val="FFFFFF"/>
                </a:highlight>
                <a:latin typeface="Arial"/>
                <a:ea typeface="Arial"/>
                <a:cs typeface="Arial"/>
                <a:sym typeface="Arial"/>
              </a:rPr>
              <a:t>(4), 606-626.</a:t>
            </a:r>
            <a:endParaRPr sz="13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[3] </a:t>
            </a:r>
            <a:r>
              <a:rPr lang="en-US" sz="1200">
                <a:solidFill>
                  <a:srgbClr val="222222"/>
                </a:solidFill>
                <a:highlight>
                  <a:srgbClr val="FFFFFF"/>
                </a:highlight>
                <a:latin typeface="Arial"/>
                <a:ea typeface="Arial"/>
                <a:cs typeface="Arial"/>
                <a:sym typeface="Arial"/>
              </a:rPr>
              <a:t>Hancer, E., Xue, B., Karaboga, D., &amp; Zhang, M. (2015). A binary ABC algorithm based on advanced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similarity scheme for feature selection. </a:t>
            </a:r>
            <a:r>
              <a:rPr i="1" lang="en-US" sz="1200">
                <a:solidFill>
                  <a:srgbClr val="222222"/>
                </a:solidFill>
                <a:highlight>
                  <a:srgbClr val="FFFFFF"/>
                </a:highlight>
                <a:latin typeface="Arial"/>
                <a:ea typeface="Arial"/>
                <a:cs typeface="Arial"/>
                <a:sym typeface="Arial"/>
              </a:rPr>
              <a:t>Applied Soft Computing</a:t>
            </a:r>
            <a:r>
              <a:rPr lang="en-US" sz="1200">
                <a:solidFill>
                  <a:srgbClr val="222222"/>
                </a:solidFill>
                <a:highlight>
                  <a:srgbClr val="FFFFFF"/>
                </a:highlight>
                <a:latin typeface="Arial"/>
                <a:ea typeface="Arial"/>
                <a:cs typeface="Arial"/>
                <a:sym typeface="Arial"/>
              </a:rPr>
              <a:t>, </a:t>
            </a:r>
            <a:r>
              <a:rPr i="1" lang="en-US" sz="1200">
                <a:solidFill>
                  <a:srgbClr val="222222"/>
                </a:solidFill>
                <a:highlight>
                  <a:srgbClr val="FFFFFF"/>
                </a:highlight>
                <a:latin typeface="Arial"/>
                <a:ea typeface="Arial"/>
                <a:cs typeface="Arial"/>
                <a:sym typeface="Arial"/>
              </a:rPr>
              <a:t>36</a:t>
            </a:r>
            <a:r>
              <a:rPr lang="en-US" sz="1200">
                <a:solidFill>
                  <a:srgbClr val="222222"/>
                </a:solidFill>
                <a:highlight>
                  <a:srgbClr val="FFFFFF"/>
                </a:highlight>
                <a:latin typeface="Arial"/>
                <a:ea typeface="Arial"/>
                <a:cs typeface="Arial"/>
                <a:sym typeface="Arial"/>
              </a:rPr>
              <a:t>, 334-348.</a:t>
            </a:r>
            <a:endParaRPr sz="13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[4] </a:t>
            </a:r>
            <a:r>
              <a:rPr lang="en-US" sz="1200">
                <a:solidFill>
                  <a:srgbClr val="222222"/>
                </a:solidFill>
                <a:highlight>
                  <a:srgbClr val="FFFFFF"/>
                </a:highlight>
                <a:latin typeface="Arial"/>
                <a:ea typeface="Arial"/>
                <a:cs typeface="Arial"/>
                <a:sym typeface="Arial"/>
              </a:rPr>
              <a:t>Wan, Y., Wang, M., Ye, Z., &amp; Lai, X. (2016). A feature selection method based on modified binary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coded ant colony optimization algorithm. </a:t>
            </a:r>
            <a:r>
              <a:rPr i="1" lang="en-US" sz="1200">
                <a:solidFill>
                  <a:srgbClr val="222222"/>
                </a:solidFill>
                <a:highlight>
                  <a:srgbClr val="FFFFFF"/>
                </a:highlight>
                <a:latin typeface="Arial"/>
                <a:ea typeface="Arial"/>
                <a:cs typeface="Arial"/>
                <a:sym typeface="Arial"/>
              </a:rPr>
              <a:t>Applied Soft Computing</a:t>
            </a:r>
            <a:r>
              <a:rPr lang="en-US" sz="1200">
                <a:solidFill>
                  <a:srgbClr val="222222"/>
                </a:solidFill>
                <a:highlight>
                  <a:srgbClr val="FFFFFF"/>
                </a:highlight>
                <a:latin typeface="Arial"/>
                <a:ea typeface="Arial"/>
                <a:cs typeface="Arial"/>
                <a:sym typeface="Arial"/>
              </a:rPr>
              <a:t>, </a:t>
            </a:r>
            <a:r>
              <a:rPr i="1" lang="en-US" sz="1200">
                <a:solidFill>
                  <a:srgbClr val="222222"/>
                </a:solidFill>
                <a:highlight>
                  <a:srgbClr val="FFFFFF"/>
                </a:highlight>
                <a:latin typeface="Arial"/>
                <a:ea typeface="Arial"/>
                <a:cs typeface="Arial"/>
                <a:sym typeface="Arial"/>
              </a:rPr>
              <a:t>49</a:t>
            </a:r>
            <a:r>
              <a:rPr lang="en-US" sz="1200">
                <a:solidFill>
                  <a:srgbClr val="222222"/>
                </a:solidFill>
                <a:highlight>
                  <a:srgbClr val="FFFFFF"/>
                </a:highlight>
                <a:latin typeface="Arial"/>
                <a:ea typeface="Arial"/>
                <a:cs typeface="Arial"/>
                <a:sym typeface="Arial"/>
              </a:rPr>
              <a:t>, 248-258.</a:t>
            </a:r>
            <a:endParaRPr sz="13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[5] </a:t>
            </a:r>
            <a:r>
              <a:rPr lang="en-US" sz="1200">
                <a:solidFill>
                  <a:srgbClr val="222222"/>
                </a:solidFill>
                <a:highlight>
                  <a:srgbClr val="FFFFFF"/>
                </a:highlight>
                <a:latin typeface="Arial"/>
                <a:ea typeface="Arial"/>
                <a:cs typeface="Arial"/>
                <a:sym typeface="Arial"/>
              </a:rPr>
              <a:t>Moradi, P., &amp; Rostami, M. (2015). Integration of graph clustering with ant colony optimization for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feature selection. </a:t>
            </a:r>
            <a:r>
              <a:rPr i="1" lang="en-US" sz="1200">
                <a:solidFill>
                  <a:srgbClr val="222222"/>
                </a:solidFill>
                <a:highlight>
                  <a:srgbClr val="FFFFFF"/>
                </a:highlight>
                <a:latin typeface="Arial"/>
                <a:ea typeface="Arial"/>
                <a:cs typeface="Arial"/>
                <a:sym typeface="Arial"/>
              </a:rPr>
              <a:t>Knowledge-Based Systems</a:t>
            </a:r>
            <a:r>
              <a:rPr lang="en-US" sz="1200">
                <a:solidFill>
                  <a:srgbClr val="222222"/>
                </a:solidFill>
                <a:highlight>
                  <a:srgbClr val="FFFFFF"/>
                </a:highlight>
                <a:latin typeface="Arial"/>
                <a:ea typeface="Arial"/>
                <a:cs typeface="Arial"/>
                <a:sym typeface="Arial"/>
              </a:rPr>
              <a:t>, </a:t>
            </a:r>
            <a:r>
              <a:rPr i="1" lang="en-US" sz="1200">
                <a:solidFill>
                  <a:srgbClr val="222222"/>
                </a:solidFill>
                <a:highlight>
                  <a:srgbClr val="FFFFFF"/>
                </a:highlight>
                <a:latin typeface="Arial"/>
                <a:ea typeface="Arial"/>
                <a:cs typeface="Arial"/>
                <a:sym typeface="Arial"/>
              </a:rPr>
              <a:t>84</a:t>
            </a:r>
            <a:r>
              <a:rPr lang="en-US" sz="1200">
                <a:solidFill>
                  <a:srgbClr val="222222"/>
                </a:solidFill>
                <a:highlight>
                  <a:srgbClr val="FFFFFF"/>
                </a:highlight>
                <a:latin typeface="Arial"/>
                <a:ea typeface="Arial"/>
                <a:cs typeface="Arial"/>
                <a:sym typeface="Arial"/>
              </a:rPr>
              <a:t>, 144-161.</a:t>
            </a:r>
            <a:endParaRPr sz="13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300">
                <a:latin typeface="Arial"/>
                <a:ea typeface="Arial"/>
                <a:cs typeface="Arial"/>
                <a:sym typeface="Arial"/>
              </a:rPr>
              <a:t>[6] </a:t>
            </a:r>
            <a:r>
              <a:rPr lang="en-US" sz="1200">
                <a:solidFill>
                  <a:srgbClr val="222222"/>
                </a:solidFill>
                <a:highlight>
                  <a:srgbClr val="FFFFFF"/>
                </a:highlight>
                <a:latin typeface="Arial"/>
                <a:ea typeface="Arial"/>
                <a:cs typeface="Arial"/>
                <a:sym typeface="Arial"/>
              </a:rPr>
              <a:t>Rodrigues, D., Pereira, L. A., Almeida, T. N. S., Papa, J. P., Souza, A. N., Ramos, C. C., &amp; Yang, X. S. </a:t>
            </a:r>
            <a:endParaRPr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lang="en-US" sz="1200">
                <a:solidFill>
                  <a:srgbClr val="222222"/>
                </a:solidFill>
                <a:highlight>
                  <a:srgbClr val="FFFFFF"/>
                </a:highlight>
                <a:latin typeface="Arial"/>
                <a:ea typeface="Arial"/>
                <a:cs typeface="Arial"/>
                <a:sym typeface="Arial"/>
              </a:rPr>
              <a:t>     (2013, May). BCS: A binary cuckoo search algorithm for feature selection. In </a:t>
            </a:r>
            <a:r>
              <a:rPr i="1" lang="en-US" sz="1200">
                <a:solidFill>
                  <a:srgbClr val="222222"/>
                </a:solidFill>
                <a:highlight>
                  <a:srgbClr val="FFFFFF"/>
                </a:highlight>
                <a:latin typeface="Arial"/>
                <a:ea typeface="Arial"/>
                <a:cs typeface="Arial"/>
                <a:sym typeface="Arial"/>
              </a:rPr>
              <a:t>2013 IEEE International </a:t>
            </a:r>
            <a:endParaRPr i="1" sz="1200">
              <a:solidFill>
                <a:srgbClr val="222222"/>
              </a:solidFill>
              <a:highlight>
                <a:srgbClr val="FFFFFF"/>
              </a:highlight>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rPr i="1" lang="en-US" sz="1200">
                <a:solidFill>
                  <a:srgbClr val="222222"/>
                </a:solidFill>
                <a:highlight>
                  <a:srgbClr val="FFFFFF"/>
                </a:highlight>
                <a:latin typeface="Arial"/>
                <a:ea typeface="Arial"/>
                <a:cs typeface="Arial"/>
                <a:sym typeface="Arial"/>
              </a:rPr>
              <a:t>     symposium on circuits and systems (ISCAS)</a:t>
            </a:r>
            <a:r>
              <a:rPr lang="en-US" sz="1200">
                <a:solidFill>
                  <a:srgbClr val="222222"/>
                </a:solidFill>
                <a:highlight>
                  <a:srgbClr val="FFFFFF"/>
                </a:highlight>
                <a:latin typeface="Arial"/>
                <a:ea typeface="Arial"/>
                <a:cs typeface="Arial"/>
                <a:sym typeface="Arial"/>
              </a:rPr>
              <a:t> (pp. 465-468). IEEE.</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9"/>
          <p:cNvSpPr txBox="1"/>
          <p:nvPr/>
        </p:nvSpPr>
        <p:spPr>
          <a:xfrm>
            <a:off x="1435680" y="206010"/>
            <a:ext cx="7497720" cy="8569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708" name="Google Shape;708;p8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709" name="Google Shape;709;p89"/>
          <p:cNvPicPr preferRelativeResize="0"/>
          <p:nvPr/>
        </p:nvPicPr>
        <p:blipFill rotWithShape="1">
          <a:blip r:embed="rId3">
            <a:alphaModFix/>
          </a:blip>
          <a:srcRect b="0" l="0" r="0" t="0"/>
          <a:stretch/>
        </p:blipFill>
        <p:spPr>
          <a:xfrm>
            <a:off x="1763640" y="1778220"/>
            <a:ext cx="6049800" cy="22156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inimalist Aesthetics Business Plan XL by Slidesgo">
  <a:themeElements>
    <a:clrScheme name="Simple Light">
      <a:dk1>
        <a:srgbClr val="01083A"/>
      </a:dk1>
      <a:lt1>
        <a:srgbClr val="E5E8FF"/>
      </a:lt1>
      <a:dk2>
        <a:srgbClr val="B9C2FF"/>
      </a:dk2>
      <a:lt2>
        <a:srgbClr val="97A4FF"/>
      </a:lt2>
      <a:accent1>
        <a:srgbClr val="233294"/>
      </a:accent1>
      <a:accent2>
        <a:srgbClr val="FFFFFF"/>
      </a:accent2>
      <a:accent3>
        <a:srgbClr val="FFFFFF"/>
      </a:accent3>
      <a:accent4>
        <a:srgbClr val="FFFFFF"/>
      </a:accent4>
      <a:accent5>
        <a:srgbClr val="FFFFFF"/>
      </a:accent5>
      <a:accent6>
        <a:srgbClr val="FFFFFF"/>
      </a:accent6>
      <a:hlink>
        <a:srgbClr val="0108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